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notesSlides/_rels/notesSlide13.xml.rels" ContentType="application/vnd.openxmlformats-package.relationships+xml"/>
  <Override PartName="/ppt/notesSlides/_rels/notesSlide9.xml.rels" ContentType="application/vnd.openxmlformats-package.relationships+xml"/>
  <Override PartName="/ppt/notesSlides/_rels/notesSlide6.xml.rels" ContentType="application/vnd.openxmlformats-package.relationships+xml"/>
  <Override PartName="/ppt/notesSlides/_rels/notesSlide14.xml.rels" ContentType="application/vnd.openxmlformats-package.relationships+xml"/>
  <Override PartName="/ppt/notesSlides/_rels/notesSlide7.xml.rels" ContentType="application/vnd.openxmlformats-package.relationships+xml"/>
  <Override PartName="/ppt/notesSlides/_rels/notesSlide1.xml.rels" ContentType="application/vnd.openxmlformats-package.relationships+xml"/>
  <Override PartName="/ppt/notesSlides/_rels/notesSlide10.xml.rels" ContentType="application/vnd.openxmlformats-package.relationships+xml"/>
  <Override PartName="/ppt/notesSlides/_rels/notesSlide3.xml.rels" ContentType="application/vnd.openxmlformats-package.relationships+xml"/>
  <Override PartName="/ppt/notesSlides/_rels/notesSlide5.xml.rels" ContentType="application/vnd.openxmlformats-package.relationships+xml"/>
  <Override PartName="/ppt/notesSlides/_rels/notesSlide12.xml.rels" ContentType="application/vnd.openxmlformats-package.relationships+xml"/>
  <Override PartName="/ppt/notesSlides/_rels/notesSlide8.xml.rels" ContentType="application/vnd.openxmlformats-package.relationships+xml"/>
  <Override PartName="/ppt/notesSlides/_rels/notesSlide2.xml.rels" ContentType="application/vnd.openxmlformats-package.relationships+xml"/>
  <Override PartName="/ppt/notesSlides/_rels/notesSlide11.xml.rels" ContentType="application/vnd.openxmlformats-package.relationships+xml"/>
  <Override PartName="/ppt/notesSlides/_rels/notesSlide4.xml.rels" ContentType="application/vnd.openxmlformats-package.relationships+xml"/>
  <Override PartName="/ppt/notesSlides/notesSlide9.xml" ContentType="application/vnd.openxmlformats-officedocument.presentationml.notesSlide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13.xml" ContentType="application/vnd.openxmlformats-officedocument.presentationml.notesSlide+xml"/>
  <Override PartName="/ppt/_rels/presentation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media/image9.png" ContentType="image/png"/>
  <Override PartName="/ppt/media/image14.png" ContentType="image/png"/>
  <Override PartName="/ppt/media/image1.png" ContentType="image/png"/>
  <Override PartName="/ppt/media/image2.png" ContentType="image/png"/>
  <Override PartName="/ppt/media/image3.png" ContentType="image/png"/>
  <Override PartName="/ppt/media/image4.png" ContentType="image/png"/>
  <Override PartName="/ppt/media/image5.png" ContentType="image/png"/>
  <Override PartName="/ppt/media/image10.png" ContentType="image/png"/>
  <Override PartName="/ppt/media/image6.png" ContentType="image/png"/>
  <Override PartName="/ppt/media/image11.png" ContentType="image/png"/>
  <Override PartName="/ppt/media/image7.png" ContentType="image/png"/>
  <Override PartName="/ppt/media/image12.png" ContentType="image/png"/>
  <Override PartName="/ppt/media/image8.png" ContentType="image/png"/>
  <Override PartName="/ppt/media/image13.png" ContentType="image/png"/>
  <Override PartName="/ppt/presProps.xml" ContentType="application/vnd.openxmlformats-officedocument.presentationml.presPro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slides/_rels/slide12.xml.rels" ContentType="application/vnd.openxmlformats-package.relationships+xml"/>
  <Override PartName="/ppt/slides/_rels/slide13.xml.rels" ContentType="application/vnd.openxmlformats-package.relationships+xml"/>
  <Override PartName="/ppt/slides/_rels/slide14.xml.rels" ContentType="application/vnd.openxmlformats-package.relationships+xml"/>
  <Override PartName="/ppt/slides/_rels/slide11.xml.rels" ContentType="application/vnd.openxmlformats-package.relationships+xml"/>
  <Override PartName="/ppt/slides/_rels/slide1.xml.rels" ContentType="application/vnd.openxmlformats-package.relationships+xml"/>
  <Override PartName="/ppt/slides/_rels/slide4.xml.rels" ContentType="application/vnd.openxmlformats-package.relationships+xml"/>
  <Override PartName="/ppt/slides/_rels/slide2.xml.rels" ContentType="application/vnd.openxmlformats-package.relationships+xml"/>
  <Override PartName="/ppt/slides/_rels/slide5.xml.rels" ContentType="application/vnd.openxmlformats-package.relationships+xml"/>
  <Override PartName="/ppt/slides/_rels/slide3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10.xml.rels" ContentType="application/vnd.openxmlformats-package.relationships+xml"/>
  <Override PartName="/ppt/slides/_rels/slide9.xml.rels" ContentType="application/vnd.openxmlformats-package.relationships+xml"/>
  <Override PartName="/ppt/slides/_rels/slide8.xml.rels" ContentType="application/vnd.openxmlformats-package.relationships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11.xml" ContentType="application/vnd.openxmlformats-officedocument.presentationml.slide+xml"/>
  <Override PartName="/ppt/slides/slide9.xml" ContentType="application/vnd.openxmlformats-officedocument.presentationml.slide+xml"/>
  <Override PartName="/ppt/slides/slide12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</p:sldIdLst>
  <p:sldSz cx="9144000" cy="5145088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1" lang="en-IN" sz="2200" spc="-1" strike="noStrike">
                <a:solidFill>
                  <a:srgbClr val="ff0000"/>
                </a:solidFill>
                <a:latin typeface="Arial"/>
              </a:rPr>
              <a:t>Click to move the slide</a:t>
            </a:r>
            <a:endParaRPr b="1" lang="en-IN" sz="2200" spc="-1" strike="noStrike">
              <a:solidFill>
                <a:srgbClr val="ff0000"/>
              </a:solidFill>
              <a:latin typeface="Arial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IN" sz="2000" spc="-1" strike="noStrike">
                <a:latin typeface="Arial"/>
              </a:rPr>
              <a:t>Click to edit the notes format</a:t>
            </a:r>
            <a:endParaRPr b="0" lang="en-IN" sz="2000" spc="-1" strike="noStrike">
              <a:latin typeface="Arial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IN" sz="1400" spc="-1" strike="noStrike">
                <a:latin typeface="Times New Roman"/>
              </a:rPr>
              <a:t>&lt;header&gt;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4" name="PlaceHolder 4"/>
          <p:cNvSpPr>
            <a:spLocks noGrp="1"/>
          </p:cNvSpPr>
          <p:nvPr>
            <p:ph type="dt" idx="4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algn="r">
              <a:buNone/>
              <a:defRPr b="0" lang="en-IN" sz="1400" spc="-1" strike="noStrike">
                <a:latin typeface="Times New Roman"/>
              </a:defRPr>
            </a:lvl1pPr>
          </a:lstStyle>
          <a:p>
            <a:pPr algn="r">
              <a:buNone/>
            </a:pPr>
            <a:r>
              <a:rPr b="0" lang="en-IN" sz="1400" spc="-1" strike="noStrike">
                <a:latin typeface="Times New Roman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5" name="PlaceHolder 5"/>
          <p:cNvSpPr>
            <a:spLocks noGrp="1"/>
          </p:cNvSpPr>
          <p:nvPr>
            <p:ph type="ftr" idx="5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>
              <a:defRPr b="0" lang="en-IN" sz="1400" spc="-1" strike="noStrike">
                <a:latin typeface="Times New Roman"/>
              </a:defRPr>
            </a:lvl1pPr>
          </a:lstStyle>
          <a:p>
            <a:r>
              <a:rPr b="0" lang="en-IN" sz="1400" spc="-1" strike="noStrike">
                <a:latin typeface="Times New Roman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6" name="PlaceHolder 6"/>
          <p:cNvSpPr>
            <a:spLocks noGrp="1"/>
          </p:cNvSpPr>
          <p:nvPr>
            <p:ph type="sldNum" idx="6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buNone/>
              <a:defRPr b="0" lang="en-IN" sz="1400" spc="-1" strike="noStrike">
                <a:latin typeface="Times New Roman"/>
              </a:defRPr>
            </a:lvl1pPr>
          </a:lstStyle>
          <a:p>
            <a:pPr algn="r">
              <a:buNone/>
            </a:pPr>
            <a:fld id="{AC23D7D1-6097-4CCC-BAC5-FFB64CB1961F}" type="slidenum">
              <a:rPr b="0" lang="en-IN" sz="1400" spc="-1" strike="noStrike">
                <a:latin typeface="Times New Roman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_rels/notesSlide13.xml.rels><?xml version="1.0" encoding="UTF-8"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
</Relationships>
</file>

<file path=ppt/notesSlides/_rels/notesSlide14.xml.rels><?xml version="1.0" encoding="UTF-8"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32;p1:notes"/>
          <p:cNvSpPr/>
          <p:nvPr/>
        </p:nvSpPr>
        <p:spPr>
          <a:xfrm>
            <a:off x="4278240" y="0"/>
            <a:ext cx="3258720" cy="51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 algn="r">
              <a:lnSpc>
                <a:spcPct val="92000"/>
              </a:lnSpc>
              <a:buNone/>
              <a:tabLst>
                <a:tab algn="l" pos="0"/>
              </a:tabLst>
            </a:pPr>
            <a:fld id="{D5EE8283-58B5-4E8E-814C-3D054AAD987D}" type="slidenum">
              <a:rPr b="0" lang="en-US" sz="1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&lt;number&gt;</a:t>
            </a:fld>
            <a:endParaRPr b="0" lang="en-IN" sz="1400" spc="-1" strike="noStrike">
              <a:latin typeface="Arial"/>
            </a:endParaRPr>
          </a:p>
        </p:txBody>
      </p:sp>
      <p:sp>
        <p:nvSpPr>
          <p:cNvPr id="116" name="Google Shape;33;p1:notes"/>
          <p:cNvSpPr/>
          <p:nvPr/>
        </p:nvSpPr>
        <p:spPr>
          <a:xfrm>
            <a:off x="4278240" y="0"/>
            <a:ext cx="3265200" cy="518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 algn="r">
              <a:lnSpc>
                <a:spcPct val="92000"/>
              </a:lnSpc>
              <a:buNone/>
              <a:tabLst>
                <a:tab algn="l" pos="0"/>
              </a:tabLst>
            </a:pPr>
            <a:fld id="{A268332E-7F0B-449D-8D1F-F433595878B7}" type="slidenum">
              <a:rPr b="0" lang="en-US" sz="1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&lt;number&gt;</a:t>
            </a:fld>
            <a:endParaRPr b="0" lang="en-IN" sz="1400" spc="-1" strike="noStrike">
              <a:latin typeface="Arial"/>
            </a:endParaRPr>
          </a:p>
        </p:txBody>
      </p:sp>
      <p:sp>
        <p:nvSpPr>
          <p:cNvPr id="117" name="Google Shape;34;p1:notes"/>
          <p:cNvSpPr/>
          <p:nvPr/>
        </p:nvSpPr>
        <p:spPr>
          <a:xfrm>
            <a:off x="4278240" y="0"/>
            <a:ext cx="3266640" cy="520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 algn="r">
              <a:lnSpc>
                <a:spcPct val="92000"/>
              </a:lnSpc>
              <a:buNone/>
              <a:tabLst>
                <a:tab algn="l" pos="0"/>
              </a:tabLst>
            </a:pPr>
            <a:fld id="{DE4FEFDC-D86E-4A9D-9832-457C0B2387F4}" type="slidenum">
              <a:rPr b="0" lang="en-US" sz="1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&lt;number&gt;</a:t>
            </a:fld>
            <a:endParaRPr b="0" lang="en-IN" sz="1400" spc="-1" strike="noStrike">
              <a:latin typeface="Arial"/>
            </a:endParaRPr>
          </a:p>
        </p:txBody>
      </p:sp>
      <p:sp>
        <p:nvSpPr>
          <p:cNvPr id="118" name="Google Shape;35;p1:notes"/>
          <p:cNvSpPr/>
          <p:nvPr/>
        </p:nvSpPr>
        <p:spPr>
          <a:xfrm>
            <a:off x="4278240" y="0"/>
            <a:ext cx="3274560" cy="52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 algn="r">
              <a:lnSpc>
                <a:spcPct val="92000"/>
              </a:lnSpc>
              <a:buNone/>
              <a:tabLst>
                <a:tab algn="l" pos="0"/>
              </a:tabLst>
            </a:pPr>
            <a:fld id="{93263931-1B53-4F85-990D-A7C2ED88797D}" type="slidenum">
              <a:rPr b="0" lang="en-US" sz="1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&lt;number&gt;</a:t>
            </a:fld>
            <a:endParaRPr b="0" lang="en-IN" sz="1400" spc="-1" strike="noStrike">
              <a:latin typeface="Arial"/>
            </a:endParaRPr>
          </a:p>
        </p:txBody>
      </p:sp>
      <p:sp>
        <p:nvSpPr>
          <p:cNvPr id="119" name="Google Shape;36;p1:notes"/>
          <p:cNvSpPr/>
          <p:nvPr/>
        </p:nvSpPr>
        <p:spPr>
          <a:xfrm>
            <a:off x="685800" y="4343400"/>
            <a:ext cx="5482800" cy="411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91440" bIns="91440" anchor="t">
            <a:noAutofit/>
          </a:bodyPr>
          <a:p>
            <a:pPr marL="216000" indent="-189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  <a:ea typeface="Arial"/>
              </a:rPr>
              <a:t>Speaker note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120" name="PlaceHolder 1"/>
          <p:cNvSpPr>
            <a:spLocks noGrp="1"/>
          </p:cNvSpPr>
          <p:nvPr>
            <p:ph type="body"/>
          </p:nvPr>
        </p:nvSpPr>
        <p:spPr>
          <a:xfrm>
            <a:off x="755640" y="5078520"/>
            <a:ext cx="6024240" cy="4787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121" name="PlaceHolder 2"/>
          <p:cNvSpPr>
            <a:spLocks noGrp="1"/>
          </p:cNvSpPr>
          <p:nvPr>
            <p:ph type="sldImg"/>
          </p:nvPr>
        </p:nvSpPr>
        <p:spPr>
          <a:xfrm>
            <a:off x="227160" y="812880"/>
            <a:ext cx="7079760" cy="3984120"/>
          </a:xfrm>
          <a:prstGeom prst="rect">
            <a:avLst/>
          </a:prstGeom>
          <a:ln w="0">
            <a:noFill/>
          </a:ln>
        </p:spPr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7;p8:notes"/>
          <p:cNvSpPr/>
          <p:nvPr/>
        </p:nvSpPr>
        <p:spPr>
          <a:xfrm>
            <a:off x="4278240" y="0"/>
            <a:ext cx="3258720" cy="51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 algn="r">
              <a:lnSpc>
                <a:spcPct val="92000"/>
              </a:lnSpc>
              <a:buNone/>
              <a:tabLst>
                <a:tab algn="l" pos="0"/>
              </a:tabLst>
            </a:pPr>
            <a:fld id="{7A70B1A0-097C-4501-8F1A-D3C78EFF43CF}" type="slidenum">
              <a:rPr b="0" lang="en-US" sz="1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&lt;number&gt;</a:t>
            </a:fld>
            <a:endParaRPr b="0" lang="en-IN" sz="1400" spc="-1" strike="noStrike">
              <a:latin typeface="Arial"/>
            </a:endParaRPr>
          </a:p>
        </p:txBody>
      </p:sp>
      <p:sp>
        <p:nvSpPr>
          <p:cNvPr id="123" name="Google Shape;128;p8:notes"/>
          <p:cNvSpPr/>
          <p:nvPr/>
        </p:nvSpPr>
        <p:spPr>
          <a:xfrm>
            <a:off x="4278240" y="0"/>
            <a:ext cx="3265200" cy="518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 algn="r">
              <a:lnSpc>
                <a:spcPct val="92000"/>
              </a:lnSpc>
              <a:buNone/>
              <a:tabLst>
                <a:tab algn="l" pos="0"/>
              </a:tabLst>
            </a:pPr>
            <a:fld id="{8E58A7CC-99F0-4283-870C-A5F432E65E90}" type="slidenum">
              <a:rPr b="0" lang="en-US" sz="1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&lt;number&gt;</a:t>
            </a:fld>
            <a:endParaRPr b="0" lang="en-IN" sz="1400" spc="-1" strike="noStrike">
              <a:latin typeface="Arial"/>
            </a:endParaRPr>
          </a:p>
        </p:txBody>
      </p:sp>
      <p:sp>
        <p:nvSpPr>
          <p:cNvPr id="124" name="Google Shape;129;p8:notes"/>
          <p:cNvSpPr/>
          <p:nvPr/>
        </p:nvSpPr>
        <p:spPr>
          <a:xfrm>
            <a:off x="4278240" y="0"/>
            <a:ext cx="3266640" cy="520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 algn="r">
              <a:lnSpc>
                <a:spcPct val="92000"/>
              </a:lnSpc>
              <a:buNone/>
              <a:tabLst>
                <a:tab algn="l" pos="0"/>
              </a:tabLst>
            </a:pPr>
            <a:fld id="{7EDC1EA4-409C-4101-8BF3-EBF90FA3CD7F}" type="slidenum">
              <a:rPr b="0" lang="en-US" sz="1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&lt;number&gt;</a:t>
            </a:fld>
            <a:endParaRPr b="0" lang="en-IN" sz="1400" spc="-1" strike="noStrike">
              <a:latin typeface="Arial"/>
            </a:endParaRPr>
          </a:p>
        </p:txBody>
      </p:sp>
      <p:sp>
        <p:nvSpPr>
          <p:cNvPr id="125" name="Google Shape;130;p8:notes"/>
          <p:cNvSpPr/>
          <p:nvPr/>
        </p:nvSpPr>
        <p:spPr>
          <a:xfrm>
            <a:off x="4278240" y="0"/>
            <a:ext cx="3274560" cy="52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 algn="r">
              <a:lnSpc>
                <a:spcPct val="92000"/>
              </a:lnSpc>
              <a:buNone/>
              <a:tabLst>
                <a:tab algn="l" pos="0"/>
              </a:tabLst>
            </a:pPr>
            <a:fld id="{A4A1BFFD-8E32-43E1-8700-7F8B68FD4CB2}" type="slidenum">
              <a:rPr b="0" lang="en-US" sz="1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&lt;number&gt;</a:t>
            </a:fld>
            <a:endParaRPr b="0" lang="en-IN" sz="1400" spc="-1" strike="noStrike">
              <a:latin typeface="Arial"/>
            </a:endParaRPr>
          </a:p>
        </p:txBody>
      </p:sp>
      <p:sp>
        <p:nvSpPr>
          <p:cNvPr id="126" name="Google Shape;131;p8:notes"/>
          <p:cNvSpPr/>
          <p:nvPr/>
        </p:nvSpPr>
        <p:spPr>
          <a:xfrm>
            <a:off x="755640" y="5078520"/>
            <a:ext cx="6044760" cy="4808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27" name="Google Shape;132;p8:notes"/>
          <p:cNvSpPr/>
          <p:nvPr/>
        </p:nvSpPr>
        <p:spPr>
          <a:xfrm>
            <a:off x="685800" y="4343400"/>
            <a:ext cx="5482800" cy="411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91440" bIns="91440" anchor="t">
            <a:noAutofit/>
          </a:bodyPr>
          <a:p>
            <a:pPr marL="216000" indent="-189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  <a:ea typeface="Arial"/>
              </a:rPr>
              <a:t>Speaker note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128" name="PlaceHolder 1"/>
          <p:cNvSpPr>
            <a:spLocks noGrp="1"/>
          </p:cNvSpPr>
          <p:nvPr>
            <p:ph type="body"/>
          </p:nvPr>
        </p:nvSpPr>
        <p:spPr>
          <a:xfrm>
            <a:off x="755640" y="5078520"/>
            <a:ext cx="6024240" cy="4787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129" name="PlaceHolder 2"/>
          <p:cNvSpPr>
            <a:spLocks noGrp="1"/>
          </p:cNvSpPr>
          <p:nvPr>
            <p:ph type="sldImg"/>
          </p:nvPr>
        </p:nvSpPr>
        <p:spPr>
          <a:xfrm>
            <a:off x="227160" y="812880"/>
            <a:ext cx="7079760" cy="3984120"/>
          </a:xfrm>
          <a:prstGeom prst="rect">
            <a:avLst/>
          </a:prstGeom>
          <a:ln w="0">
            <a:noFill/>
          </a:ln>
        </p:spPr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40;g2fd8e4bd645_0_60:notes"/>
          <p:cNvSpPr/>
          <p:nvPr/>
        </p:nvSpPr>
        <p:spPr>
          <a:xfrm>
            <a:off x="4278240" y="0"/>
            <a:ext cx="3258720" cy="51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 algn="r">
              <a:lnSpc>
                <a:spcPct val="92000"/>
              </a:lnSpc>
              <a:buNone/>
              <a:tabLst>
                <a:tab algn="l" pos="0"/>
              </a:tabLst>
            </a:pPr>
            <a:fld id="{13A6FF54-6242-4926-A32E-437E713E2AB0}" type="slidenum">
              <a:rPr b="0" lang="en-US" sz="1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&lt;number&gt;</a:t>
            </a:fld>
            <a:endParaRPr b="0" lang="en-IN" sz="1400" spc="-1" strike="noStrike">
              <a:latin typeface="Arial"/>
            </a:endParaRPr>
          </a:p>
        </p:txBody>
      </p:sp>
      <p:sp>
        <p:nvSpPr>
          <p:cNvPr id="131" name="Google Shape;141;g2fd8e4bd645_0_60:notes"/>
          <p:cNvSpPr/>
          <p:nvPr/>
        </p:nvSpPr>
        <p:spPr>
          <a:xfrm>
            <a:off x="4278240" y="0"/>
            <a:ext cx="3265200" cy="518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 algn="r">
              <a:lnSpc>
                <a:spcPct val="92000"/>
              </a:lnSpc>
              <a:buNone/>
              <a:tabLst>
                <a:tab algn="l" pos="0"/>
              </a:tabLst>
            </a:pPr>
            <a:fld id="{07DAF1DC-742E-4409-B486-FF4FD9696ED3}" type="slidenum">
              <a:rPr b="0" lang="en-US" sz="1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&lt;number&gt;</a:t>
            </a:fld>
            <a:endParaRPr b="0" lang="en-IN" sz="1400" spc="-1" strike="noStrike">
              <a:latin typeface="Arial"/>
            </a:endParaRPr>
          </a:p>
        </p:txBody>
      </p:sp>
      <p:sp>
        <p:nvSpPr>
          <p:cNvPr id="132" name="Google Shape;142;g2fd8e4bd645_0_60:notes"/>
          <p:cNvSpPr/>
          <p:nvPr/>
        </p:nvSpPr>
        <p:spPr>
          <a:xfrm>
            <a:off x="4278240" y="0"/>
            <a:ext cx="3266640" cy="520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 algn="r">
              <a:lnSpc>
                <a:spcPct val="92000"/>
              </a:lnSpc>
              <a:buNone/>
              <a:tabLst>
                <a:tab algn="l" pos="0"/>
              </a:tabLst>
            </a:pPr>
            <a:fld id="{9708DD70-0F1F-4F9F-A7C2-51D3A0E80A8C}" type="slidenum">
              <a:rPr b="0" lang="en-US" sz="1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&lt;number&gt;</a:t>
            </a:fld>
            <a:endParaRPr b="0" lang="en-IN" sz="1400" spc="-1" strike="noStrike">
              <a:latin typeface="Arial"/>
            </a:endParaRPr>
          </a:p>
        </p:txBody>
      </p:sp>
      <p:sp>
        <p:nvSpPr>
          <p:cNvPr id="133" name="Google Shape;143;g2fd8e4bd645_0_60:notes"/>
          <p:cNvSpPr/>
          <p:nvPr/>
        </p:nvSpPr>
        <p:spPr>
          <a:xfrm>
            <a:off x="4278240" y="0"/>
            <a:ext cx="3274920" cy="52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 algn="r">
              <a:lnSpc>
                <a:spcPct val="92000"/>
              </a:lnSpc>
              <a:buNone/>
              <a:tabLst>
                <a:tab algn="l" pos="0"/>
              </a:tabLst>
            </a:pPr>
            <a:fld id="{2E9235F7-2EE0-49C4-A2A6-6AD1A4A42E1A}" type="slidenum">
              <a:rPr b="0" lang="en-US" sz="1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&lt;number&gt;</a:t>
            </a:fld>
            <a:endParaRPr b="0" lang="en-IN" sz="1400" spc="-1" strike="noStrike">
              <a:latin typeface="Arial"/>
            </a:endParaRPr>
          </a:p>
        </p:txBody>
      </p:sp>
      <p:sp>
        <p:nvSpPr>
          <p:cNvPr id="134" name="Google Shape;144;g2fd8e4bd645_0_60:notes"/>
          <p:cNvSpPr/>
          <p:nvPr/>
        </p:nvSpPr>
        <p:spPr>
          <a:xfrm>
            <a:off x="755640" y="5078520"/>
            <a:ext cx="6045120" cy="4808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35" name="Google Shape;145;g2fd8e4bd645_0_60:notes"/>
          <p:cNvSpPr/>
          <p:nvPr/>
        </p:nvSpPr>
        <p:spPr>
          <a:xfrm>
            <a:off x="685800" y="4343400"/>
            <a:ext cx="5482800" cy="411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91440" bIns="91440" anchor="t">
            <a:noAutofit/>
          </a:bodyPr>
          <a:p>
            <a:pPr marL="216000" indent="-189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  <a:ea typeface="Arial"/>
              </a:rPr>
              <a:t>Speaker note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136" name="PlaceHolder 1"/>
          <p:cNvSpPr>
            <a:spLocks noGrp="1"/>
          </p:cNvSpPr>
          <p:nvPr>
            <p:ph type="body"/>
          </p:nvPr>
        </p:nvSpPr>
        <p:spPr>
          <a:xfrm>
            <a:off x="755640" y="5078520"/>
            <a:ext cx="6024240" cy="4787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137" name="PlaceHolder 2"/>
          <p:cNvSpPr>
            <a:spLocks noGrp="1"/>
          </p:cNvSpPr>
          <p:nvPr>
            <p:ph type="sldImg"/>
          </p:nvPr>
        </p:nvSpPr>
        <p:spPr>
          <a:xfrm>
            <a:off x="227160" y="812880"/>
            <a:ext cx="7079760" cy="3984120"/>
          </a:xfrm>
          <a:prstGeom prst="rect">
            <a:avLst/>
          </a:prstGeom>
          <a:ln w="0">
            <a:noFill/>
          </a:ln>
        </p:spPr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40;g2fd8e4bd645_0_60:notes"/>
          <p:cNvSpPr/>
          <p:nvPr/>
        </p:nvSpPr>
        <p:spPr>
          <a:xfrm>
            <a:off x="4278240" y="0"/>
            <a:ext cx="3258720" cy="51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 algn="r">
              <a:lnSpc>
                <a:spcPct val="92000"/>
              </a:lnSpc>
              <a:buNone/>
              <a:tabLst>
                <a:tab algn="l" pos="0"/>
              </a:tabLst>
            </a:pPr>
            <a:fld id="{8263940A-BE9E-445B-8FC2-817D901FAC6D}" type="slidenum">
              <a:rPr b="0" lang="en-US" sz="1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&lt;number&gt;</a:t>
            </a:fld>
            <a:endParaRPr b="0" lang="en-IN" sz="1400" spc="-1" strike="noStrike">
              <a:latin typeface="Arial"/>
            </a:endParaRPr>
          </a:p>
        </p:txBody>
      </p:sp>
      <p:sp>
        <p:nvSpPr>
          <p:cNvPr id="139" name="Google Shape;141;g2fd8e4bd645_0_60:notes"/>
          <p:cNvSpPr/>
          <p:nvPr/>
        </p:nvSpPr>
        <p:spPr>
          <a:xfrm>
            <a:off x="4278240" y="0"/>
            <a:ext cx="3265200" cy="518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 algn="r">
              <a:lnSpc>
                <a:spcPct val="92000"/>
              </a:lnSpc>
              <a:buNone/>
              <a:tabLst>
                <a:tab algn="l" pos="0"/>
              </a:tabLst>
            </a:pPr>
            <a:fld id="{C63D7C39-22AD-41D2-85FC-954718764361}" type="slidenum">
              <a:rPr b="0" lang="en-US" sz="1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&lt;number&gt;</a:t>
            </a:fld>
            <a:endParaRPr b="0" lang="en-IN" sz="1400" spc="-1" strike="noStrike">
              <a:latin typeface="Arial"/>
            </a:endParaRPr>
          </a:p>
        </p:txBody>
      </p:sp>
      <p:sp>
        <p:nvSpPr>
          <p:cNvPr id="140" name="Google Shape;142;g2fd8e4bd645_0_60:notes"/>
          <p:cNvSpPr/>
          <p:nvPr/>
        </p:nvSpPr>
        <p:spPr>
          <a:xfrm>
            <a:off x="4278240" y="0"/>
            <a:ext cx="3266640" cy="520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 algn="r">
              <a:lnSpc>
                <a:spcPct val="92000"/>
              </a:lnSpc>
              <a:buNone/>
              <a:tabLst>
                <a:tab algn="l" pos="0"/>
              </a:tabLst>
            </a:pPr>
            <a:fld id="{28A874F3-C5F8-4B4D-AB29-E6D922FAF1FB}" type="slidenum">
              <a:rPr b="0" lang="en-US" sz="1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&lt;number&gt;</a:t>
            </a:fld>
            <a:endParaRPr b="0" lang="en-IN" sz="1400" spc="-1" strike="noStrike">
              <a:latin typeface="Arial"/>
            </a:endParaRPr>
          </a:p>
        </p:txBody>
      </p:sp>
      <p:sp>
        <p:nvSpPr>
          <p:cNvPr id="141" name="Google Shape;143;g2fd8e4bd645_0_60:notes"/>
          <p:cNvSpPr/>
          <p:nvPr/>
        </p:nvSpPr>
        <p:spPr>
          <a:xfrm>
            <a:off x="4278240" y="0"/>
            <a:ext cx="3274920" cy="52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 algn="r">
              <a:lnSpc>
                <a:spcPct val="92000"/>
              </a:lnSpc>
              <a:buNone/>
              <a:tabLst>
                <a:tab algn="l" pos="0"/>
              </a:tabLst>
            </a:pPr>
            <a:fld id="{57EEB2EE-FBC2-4F74-AE28-9B58321CCDB3}" type="slidenum">
              <a:rPr b="0" lang="en-US" sz="1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&lt;number&gt;</a:t>
            </a:fld>
            <a:endParaRPr b="0" lang="en-IN" sz="1400" spc="-1" strike="noStrike">
              <a:latin typeface="Arial"/>
            </a:endParaRPr>
          </a:p>
        </p:txBody>
      </p:sp>
      <p:sp>
        <p:nvSpPr>
          <p:cNvPr id="142" name="Google Shape;144;g2fd8e4bd645_0_60:notes"/>
          <p:cNvSpPr/>
          <p:nvPr/>
        </p:nvSpPr>
        <p:spPr>
          <a:xfrm>
            <a:off x="755640" y="5078520"/>
            <a:ext cx="6045120" cy="4808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43" name="Google Shape;145;g2fd8e4bd645_0_60:notes"/>
          <p:cNvSpPr/>
          <p:nvPr/>
        </p:nvSpPr>
        <p:spPr>
          <a:xfrm>
            <a:off x="685800" y="4343400"/>
            <a:ext cx="5482800" cy="411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91440" bIns="91440" anchor="t">
            <a:noAutofit/>
          </a:bodyPr>
          <a:p>
            <a:pPr marL="216000" indent="-189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  <a:ea typeface="Arial"/>
              </a:rPr>
              <a:t>Speaker note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144" name="PlaceHolder 1"/>
          <p:cNvSpPr>
            <a:spLocks noGrp="1"/>
          </p:cNvSpPr>
          <p:nvPr>
            <p:ph type="body"/>
          </p:nvPr>
        </p:nvSpPr>
        <p:spPr>
          <a:xfrm>
            <a:off x="755640" y="5078520"/>
            <a:ext cx="6024240" cy="4787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145" name="PlaceHolder 2"/>
          <p:cNvSpPr>
            <a:spLocks noGrp="1"/>
          </p:cNvSpPr>
          <p:nvPr>
            <p:ph type="sldImg"/>
          </p:nvPr>
        </p:nvSpPr>
        <p:spPr>
          <a:xfrm>
            <a:off x="227160" y="812880"/>
            <a:ext cx="7079760" cy="3984120"/>
          </a:xfrm>
          <a:prstGeom prst="rect">
            <a:avLst/>
          </a:prstGeom>
          <a:ln w="0">
            <a:noFill/>
          </a:ln>
        </p:spPr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0;g2fd8e4bd645_0_60:notes"/>
          <p:cNvSpPr/>
          <p:nvPr/>
        </p:nvSpPr>
        <p:spPr>
          <a:xfrm>
            <a:off x="4278240" y="0"/>
            <a:ext cx="3258720" cy="51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 algn="r">
              <a:lnSpc>
                <a:spcPct val="92000"/>
              </a:lnSpc>
              <a:buNone/>
              <a:tabLst>
                <a:tab algn="l" pos="0"/>
              </a:tabLst>
            </a:pPr>
            <a:fld id="{4ED6F59B-CCF8-4674-B985-A514C428BC4B}" type="slidenum">
              <a:rPr b="0" lang="en-US" sz="1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&lt;number&gt;</a:t>
            </a:fld>
            <a:endParaRPr b="0" lang="en-IN" sz="1400" spc="-1" strike="noStrike">
              <a:latin typeface="Arial"/>
            </a:endParaRPr>
          </a:p>
        </p:txBody>
      </p:sp>
      <p:sp>
        <p:nvSpPr>
          <p:cNvPr id="147" name="Google Shape;141;g2fd8e4bd645_0_60:notes"/>
          <p:cNvSpPr/>
          <p:nvPr/>
        </p:nvSpPr>
        <p:spPr>
          <a:xfrm>
            <a:off x="4278240" y="0"/>
            <a:ext cx="3265200" cy="518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 algn="r">
              <a:lnSpc>
                <a:spcPct val="92000"/>
              </a:lnSpc>
              <a:buNone/>
              <a:tabLst>
                <a:tab algn="l" pos="0"/>
              </a:tabLst>
            </a:pPr>
            <a:fld id="{70A11FA6-6718-4A2F-9EC3-135250D3A5B4}" type="slidenum">
              <a:rPr b="0" lang="en-US" sz="1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&lt;number&gt;</a:t>
            </a:fld>
            <a:endParaRPr b="0" lang="en-IN" sz="1400" spc="-1" strike="noStrike">
              <a:latin typeface="Arial"/>
            </a:endParaRPr>
          </a:p>
        </p:txBody>
      </p:sp>
      <p:sp>
        <p:nvSpPr>
          <p:cNvPr id="148" name="Google Shape;142;g2fd8e4bd645_0_60:notes"/>
          <p:cNvSpPr/>
          <p:nvPr/>
        </p:nvSpPr>
        <p:spPr>
          <a:xfrm>
            <a:off x="4278240" y="0"/>
            <a:ext cx="3266640" cy="520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 algn="r">
              <a:lnSpc>
                <a:spcPct val="92000"/>
              </a:lnSpc>
              <a:buNone/>
              <a:tabLst>
                <a:tab algn="l" pos="0"/>
              </a:tabLst>
            </a:pPr>
            <a:fld id="{0A433849-9E37-4337-A548-92525793CC72}" type="slidenum">
              <a:rPr b="0" lang="en-US" sz="1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&lt;number&gt;</a:t>
            </a:fld>
            <a:endParaRPr b="0" lang="en-IN" sz="1400" spc="-1" strike="noStrike">
              <a:latin typeface="Arial"/>
            </a:endParaRPr>
          </a:p>
        </p:txBody>
      </p:sp>
      <p:sp>
        <p:nvSpPr>
          <p:cNvPr id="149" name="Google Shape;143;g2fd8e4bd645_0_60:notes"/>
          <p:cNvSpPr/>
          <p:nvPr/>
        </p:nvSpPr>
        <p:spPr>
          <a:xfrm>
            <a:off x="4278240" y="0"/>
            <a:ext cx="3274920" cy="52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 algn="r">
              <a:lnSpc>
                <a:spcPct val="92000"/>
              </a:lnSpc>
              <a:buNone/>
              <a:tabLst>
                <a:tab algn="l" pos="0"/>
              </a:tabLst>
            </a:pPr>
            <a:fld id="{2935F0F7-B1BC-47F0-9673-F6422799C343}" type="slidenum">
              <a:rPr b="0" lang="en-US" sz="1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&lt;number&gt;</a:t>
            </a:fld>
            <a:endParaRPr b="0" lang="en-IN" sz="1400" spc="-1" strike="noStrike">
              <a:latin typeface="Arial"/>
            </a:endParaRPr>
          </a:p>
        </p:txBody>
      </p:sp>
      <p:sp>
        <p:nvSpPr>
          <p:cNvPr id="150" name="Google Shape;144;g2fd8e4bd645_0_60:notes"/>
          <p:cNvSpPr/>
          <p:nvPr/>
        </p:nvSpPr>
        <p:spPr>
          <a:xfrm>
            <a:off x="755640" y="5078520"/>
            <a:ext cx="6045120" cy="4808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51" name="Google Shape;145;g2fd8e4bd645_0_60:notes"/>
          <p:cNvSpPr/>
          <p:nvPr/>
        </p:nvSpPr>
        <p:spPr>
          <a:xfrm>
            <a:off x="685800" y="4343400"/>
            <a:ext cx="5482800" cy="411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91440" bIns="91440" anchor="t">
            <a:noAutofit/>
          </a:bodyPr>
          <a:p>
            <a:pPr marL="216000" indent="-189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  <a:ea typeface="Arial"/>
              </a:rPr>
              <a:t>Speaker note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152" name="PlaceHolder 1"/>
          <p:cNvSpPr>
            <a:spLocks noGrp="1"/>
          </p:cNvSpPr>
          <p:nvPr>
            <p:ph type="body"/>
          </p:nvPr>
        </p:nvSpPr>
        <p:spPr>
          <a:xfrm>
            <a:off x="755640" y="5078520"/>
            <a:ext cx="6024240" cy="4787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153" name="PlaceHolder 2"/>
          <p:cNvSpPr>
            <a:spLocks noGrp="1"/>
          </p:cNvSpPr>
          <p:nvPr>
            <p:ph type="sldImg"/>
          </p:nvPr>
        </p:nvSpPr>
        <p:spPr>
          <a:xfrm>
            <a:off x="227160" y="812880"/>
            <a:ext cx="7079760" cy="3984120"/>
          </a:xfrm>
          <a:prstGeom prst="rect">
            <a:avLst/>
          </a:prstGeom>
          <a:ln w="0">
            <a:noFill/>
          </a:ln>
        </p:spPr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40;g2fd8e4bd645_0_60:notes"/>
          <p:cNvSpPr/>
          <p:nvPr/>
        </p:nvSpPr>
        <p:spPr>
          <a:xfrm>
            <a:off x="4278240" y="0"/>
            <a:ext cx="3258720" cy="51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 algn="r">
              <a:lnSpc>
                <a:spcPct val="92000"/>
              </a:lnSpc>
              <a:buNone/>
              <a:tabLst>
                <a:tab algn="l" pos="0"/>
              </a:tabLst>
            </a:pPr>
            <a:fld id="{46AD6A81-015A-4755-94AB-5DC2278BFD4A}" type="slidenum">
              <a:rPr b="0" lang="en-US" sz="1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&lt;number&gt;</a:t>
            </a:fld>
            <a:endParaRPr b="0" lang="en-IN" sz="1400" spc="-1" strike="noStrike">
              <a:latin typeface="Arial"/>
            </a:endParaRPr>
          </a:p>
        </p:txBody>
      </p:sp>
      <p:sp>
        <p:nvSpPr>
          <p:cNvPr id="155" name="Google Shape;141;g2fd8e4bd645_0_60:notes"/>
          <p:cNvSpPr/>
          <p:nvPr/>
        </p:nvSpPr>
        <p:spPr>
          <a:xfrm>
            <a:off x="4278240" y="0"/>
            <a:ext cx="3265200" cy="518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 algn="r">
              <a:lnSpc>
                <a:spcPct val="92000"/>
              </a:lnSpc>
              <a:buNone/>
              <a:tabLst>
                <a:tab algn="l" pos="0"/>
              </a:tabLst>
            </a:pPr>
            <a:fld id="{19B2B292-FBDB-4285-BE6B-5906EC7B7175}" type="slidenum">
              <a:rPr b="0" lang="en-US" sz="1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&lt;number&gt;</a:t>
            </a:fld>
            <a:endParaRPr b="0" lang="en-IN" sz="1400" spc="-1" strike="noStrike">
              <a:latin typeface="Arial"/>
            </a:endParaRPr>
          </a:p>
        </p:txBody>
      </p:sp>
      <p:sp>
        <p:nvSpPr>
          <p:cNvPr id="156" name="Google Shape;142;g2fd8e4bd645_0_60:notes"/>
          <p:cNvSpPr/>
          <p:nvPr/>
        </p:nvSpPr>
        <p:spPr>
          <a:xfrm>
            <a:off x="4278240" y="0"/>
            <a:ext cx="3266640" cy="520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 algn="r">
              <a:lnSpc>
                <a:spcPct val="92000"/>
              </a:lnSpc>
              <a:buNone/>
              <a:tabLst>
                <a:tab algn="l" pos="0"/>
              </a:tabLst>
            </a:pPr>
            <a:fld id="{C126F6C3-2B95-42DE-9E3C-3520E1B659BF}" type="slidenum">
              <a:rPr b="0" lang="en-US" sz="1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&lt;number&gt;</a:t>
            </a:fld>
            <a:endParaRPr b="0" lang="en-IN" sz="1400" spc="-1" strike="noStrike">
              <a:latin typeface="Arial"/>
            </a:endParaRPr>
          </a:p>
        </p:txBody>
      </p:sp>
      <p:sp>
        <p:nvSpPr>
          <p:cNvPr id="157" name="Google Shape;143;g2fd8e4bd645_0_60:notes"/>
          <p:cNvSpPr/>
          <p:nvPr/>
        </p:nvSpPr>
        <p:spPr>
          <a:xfrm>
            <a:off x="4278240" y="0"/>
            <a:ext cx="3274920" cy="52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 algn="r">
              <a:lnSpc>
                <a:spcPct val="92000"/>
              </a:lnSpc>
              <a:buNone/>
              <a:tabLst>
                <a:tab algn="l" pos="0"/>
              </a:tabLst>
            </a:pPr>
            <a:fld id="{F9CA3410-B154-4A0E-8D3F-D9FC89503D20}" type="slidenum">
              <a:rPr b="0" lang="en-US" sz="1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&lt;number&gt;</a:t>
            </a:fld>
            <a:endParaRPr b="0" lang="en-IN" sz="1400" spc="-1" strike="noStrike">
              <a:latin typeface="Arial"/>
            </a:endParaRPr>
          </a:p>
        </p:txBody>
      </p:sp>
      <p:sp>
        <p:nvSpPr>
          <p:cNvPr id="158" name="Google Shape;144;g2fd8e4bd645_0_60:notes"/>
          <p:cNvSpPr/>
          <p:nvPr/>
        </p:nvSpPr>
        <p:spPr>
          <a:xfrm>
            <a:off x="755640" y="5078520"/>
            <a:ext cx="6045120" cy="4808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59" name="Google Shape;145;g2fd8e4bd645_0_60:notes"/>
          <p:cNvSpPr/>
          <p:nvPr/>
        </p:nvSpPr>
        <p:spPr>
          <a:xfrm>
            <a:off x="685800" y="4343400"/>
            <a:ext cx="5482800" cy="411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91440" bIns="91440" anchor="t">
            <a:noAutofit/>
          </a:bodyPr>
          <a:p>
            <a:pPr marL="216000" indent="-189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  <a:ea typeface="Arial"/>
              </a:rPr>
              <a:t>Speaker note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160" name="PlaceHolder 1"/>
          <p:cNvSpPr>
            <a:spLocks noGrp="1"/>
          </p:cNvSpPr>
          <p:nvPr>
            <p:ph type="body"/>
          </p:nvPr>
        </p:nvSpPr>
        <p:spPr>
          <a:xfrm>
            <a:off x="755640" y="5078520"/>
            <a:ext cx="6024240" cy="4787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161" name="PlaceHolder 2"/>
          <p:cNvSpPr>
            <a:spLocks noGrp="1"/>
          </p:cNvSpPr>
          <p:nvPr>
            <p:ph type="sldImg"/>
          </p:nvPr>
        </p:nvSpPr>
        <p:spPr>
          <a:xfrm>
            <a:off x="227160" y="812880"/>
            <a:ext cx="7079760" cy="3984120"/>
          </a:xfrm>
          <a:prstGeom prst="rect">
            <a:avLst/>
          </a:prstGeom>
          <a:ln w="0">
            <a:noFill/>
          </a:ln>
        </p:spPr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40;g2fd8e4bd645_0_60:notes"/>
          <p:cNvSpPr/>
          <p:nvPr/>
        </p:nvSpPr>
        <p:spPr>
          <a:xfrm>
            <a:off x="4278240" y="0"/>
            <a:ext cx="3258720" cy="51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 algn="r">
              <a:lnSpc>
                <a:spcPct val="92000"/>
              </a:lnSpc>
              <a:buNone/>
              <a:tabLst>
                <a:tab algn="l" pos="0"/>
              </a:tabLst>
            </a:pPr>
            <a:fld id="{2E61D606-5F82-4639-BBCD-D3FE1F9A636A}" type="slidenum">
              <a:rPr b="0" lang="en-US" sz="1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&lt;number&gt;</a:t>
            </a:fld>
            <a:endParaRPr b="0" lang="en-IN" sz="1400" spc="-1" strike="noStrike">
              <a:latin typeface="Arial"/>
            </a:endParaRPr>
          </a:p>
        </p:txBody>
      </p:sp>
      <p:sp>
        <p:nvSpPr>
          <p:cNvPr id="163" name="Google Shape;141;g2fd8e4bd645_0_60:notes"/>
          <p:cNvSpPr/>
          <p:nvPr/>
        </p:nvSpPr>
        <p:spPr>
          <a:xfrm>
            <a:off x="4278240" y="0"/>
            <a:ext cx="3265200" cy="518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 algn="r">
              <a:lnSpc>
                <a:spcPct val="92000"/>
              </a:lnSpc>
              <a:buNone/>
              <a:tabLst>
                <a:tab algn="l" pos="0"/>
              </a:tabLst>
            </a:pPr>
            <a:fld id="{4C829F9E-D949-4A6B-99A5-69412A63C2F6}" type="slidenum">
              <a:rPr b="0" lang="en-US" sz="1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&lt;number&gt;</a:t>
            </a:fld>
            <a:endParaRPr b="0" lang="en-IN" sz="1400" spc="-1" strike="noStrike">
              <a:latin typeface="Arial"/>
            </a:endParaRPr>
          </a:p>
        </p:txBody>
      </p:sp>
      <p:sp>
        <p:nvSpPr>
          <p:cNvPr id="164" name="Google Shape;142;g2fd8e4bd645_0_60:notes"/>
          <p:cNvSpPr/>
          <p:nvPr/>
        </p:nvSpPr>
        <p:spPr>
          <a:xfrm>
            <a:off x="4278240" y="0"/>
            <a:ext cx="3266640" cy="520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 algn="r">
              <a:lnSpc>
                <a:spcPct val="92000"/>
              </a:lnSpc>
              <a:buNone/>
              <a:tabLst>
                <a:tab algn="l" pos="0"/>
              </a:tabLst>
            </a:pPr>
            <a:fld id="{66CE0E01-2CB0-4AD8-8C2C-ADAEC3121E51}" type="slidenum">
              <a:rPr b="0" lang="en-US" sz="1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&lt;number&gt;</a:t>
            </a:fld>
            <a:endParaRPr b="0" lang="en-IN" sz="1400" spc="-1" strike="noStrike">
              <a:latin typeface="Arial"/>
            </a:endParaRPr>
          </a:p>
        </p:txBody>
      </p:sp>
      <p:sp>
        <p:nvSpPr>
          <p:cNvPr id="165" name="Google Shape;143;g2fd8e4bd645_0_60:notes"/>
          <p:cNvSpPr/>
          <p:nvPr/>
        </p:nvSpPr>
        <p:spPr>
          <a:xfrm>
            <a:off x="4278240" y="0"/>
            <a:ext cx="3274920" cy="52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 algn="r">
              <a:lnSpc>
                <a:spcPct val="92000"/>
              </a:lnSpc>
              <a:buNone/>
              <a:tabLst>
                <a:tab algn="l" pos="0"/>
              </a:tabLst>
            </a:pPr>
            <a:fld id="{52EC427C-CED4-4086-AF75-E65DE6C3A34C}" type="slidenum">
              <a:rPr b="0" lang="en-US" sz="1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&lt;number&gt;</a:t>
            </a:fld>
            <a:endParaRPr b="0" lang="en-IN" sz="1400" spc="-1" strike="noStrike">
              <a:latin typeface="Arial"/>
            </a:endParaRPr>
          </a:p>
        </p:txBody>
      </p:sp>
      <p:sp>
        <p:nvSpPr>
          <p:cNvPr id="166" name="Google Shape;144;g2fd8e4bd645_0_60:notes"/>
          <p:cNvSpPr/>
          <p:nvPr/>
        </p:nvSpPr>
        <p:spPr>
          <a:xfrm>
            <a:off x="755640" y="5078520"/>
            <a:ext cx="6045120" cy="4808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67" name="Google Shape;145;g2fd8e4bd645_0_60:notes"/>
          <p:cNvSpPr/>
          <p:nvPr/>
        </p:nvSpPr>
        <p:spPr>
          <a:xfrm>
            <a:off x="685800" y="4343400"/>
            <a:ext cx="5482800" cy="411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91440" bIns="91440" anchor="t">
            <a:noAutofit/>
          </a:bodyPr>
          <a:p>
            <a:pPr marL="216000" indent="-189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  <a:ea typeface="Arial"/>
              </a:rPr>
              <a:t>Speaker note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168" name="PlaceHolder 1"/>
          <p:cNvSpPr>
            <a:spLocks noGrp="1"/>
          </p:cNvSpPr>
          <p:nvPr>
            <p:ph type="body"/>
          </p:nvPr>
        </p:nvSpPr>
        <p:spPr>
          <a:xfrm>
            <a:off x="755640" y="5078520"/>
            <a:ext cx="6024240" cy="4787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169" name="PlaceHolder 2"/>
          <p:cNvSpPr>
            <a:spLocks noGrp="1"/>
          </p:cNvSpPr>
          <p:nvPr>
            <p:ph type="sldImg"/>
          </p:nvPr>
        </p:nvSpPr>
        <p:spPr>
          <a:xfrm>
            <a:off x="227160" y="812880"/>
            <a:ext cx="7079760" cy="3984120"/>
          </a:xfrm>
          <a:prstGeom prst="rect">
            <a:avLst/>
          </a:prstGeom>
          <a:ln w="0">
            <a:noFill/>
          </a:ln>
        </p:spPr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40;g2fd8e4bd645_0_60:notes"/>
          <p:cNvSpPr/>
          <p:nvPr/>
        </p:nvSpPr>
        <p:spPr>
          <a:xfrm>
            <a:off x="4278240" y="0"/>
            <a:ext cx="3258720" cy="51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 algn="r">
              <a:lnSpc>
                <a:spcPct val="92000"/>
              </a:lnSpc>
              <a:buNone/>
              <a:tabLst>
                <a:tab algn="l" pos="0"/>
              </a:tabLst>
            </a:pPr>
            <a:fld id="{64B2BE07-648B-4C5F-8778-60DD5D3178EB}" type="slidenum">
              <a:rPr b="0" lang="en-US" sz="1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&lt;number&gt;</a:t>
            </a:fld>
            <a:endParaRPr b="0" lang="en-IN" sz="1400" spc="-1" strike="noStrike">
              <a:latin typeface="Arial"/>
            </a:endParaRPr>
          </a:p>
        </p:txBody>
      </p:sp>
      <p:sp>
        <p:nvSpPr>
          <p:cNvPr id="171" name="Google Shape;141;g2fd8e4bd645_0_60:notes"/>
          <p:cNvSpPr/>
          <p:nvPr/>
        </p:nvSpPr>
        <p:spPr>
          <a:xfrm>
            <a:off x="4278240" y="0"/>
            <a:ext cx="3265200" cy="518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 algn="r">
              <a:lnSpc>
                <a:spcPct val="92000"/>
              </a:lnSpc>
              <a:buNone/>
              <a:tabLst>
                <a:tab algn="l" pos="0"/>
              </a:tabLst>
            </a:pPr>
            <a:fld id="{A42B9F36-3D89-43B4-98A8-8EDA84685EA1}" type="slidenum">
              <a:rPr b="0" lang="en-US" sz="1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&lt;number&gt;</a:t>
            </a:fld>
            <a:endParaRPr b="0" lang="en-IN" sz="1400" spc="-1" strike="noStrike">
              <a:latin typeface="Arial"/>
            </a:endParaRPr>
          </a:p>
        </p:txBody>
      </p:sp>
      <p:sp>
        <p:nvSpPr>
          <p:cNvPr id="172" name="Google Shape;142;g2fd8e4bd645_0_60:notes"/>
          <p:cNvSpPr/>
          <p:nvPr/>
        </p:nvSpPr>
        <p:spPr>
          <a:xfrm>
            <a:off x="4278240" y="0"/>
            <a:ext cx="3266640" cy="520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 algn="r">
              <a:lnSpc>
                <a:spcPct val="92000"/>
              </a:lnSpc>
              <a:buNone/>
              <a:tabLst>
                <a:tab algn="l" pos="0"/>
              </a:tabLst>
            </a:pPr>
            <a:fld id="{24AA66D5-765A-42BF-92C1-E83DD9984F91}" type="slidenum">
              <a:rPr b="0" lang="en-US" sz="1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&lt;number&gt;</a:t>
            </a:fld>
            <a:endParaRPr b="0" lang="en-IN" sz="1400" spc="-1" strike="noStrike">
              <a:latin typeface="Arial"/>
            </a:endParaRPr>
          </a:p>
        </p:txBody>
      </p:sp>
      <p:sp>
        <p:nvSpPr>
          <p:cNvPr id="173" name="Google Shape;143;g2fd8e4bd645_0_60:notes"/>
          <p:cNvSpPr/>
          <p:nvPr/>
        </p:nvSpPr>
        <p:spPr>
          <a:xfrm>
            <a:off x="4278240" y="0"/>
            <a:ext cx="3274920" cy="52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 algn="r">
              <a:lnSpc>
                <a:spcPct val="92000"/>
              </a:lnSpc>
              <a:buNone/>
              <a:tabLst>
                <a:tab algn="l" pos="0"/>
              </a:tabLst>
            </a:pPr>
            <a:fld id="{1EB7CCA5-0815-43DD-AAB1-D919B6C93BC7}" type="slidenum">
              <a:rPr b="0" lang="en-US" sz="1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&lt;number&gt;</a:t>
            </a:fld>
            <a:endParaRPr b="0" lang="en-IN" sz="1400" spc="-1" strike="noStrike">
              <a:latin typeface="Arial"/>
            </a:endParaRPr>
          </a:p>
        </p:txBody>
      </p:sp>
      <p:sp>
        <p:nvSpPr>
          <p:cNvPr id="174" name="Google Shape;144;g2fd8e4bd645_0_60:notes"/>
          <p:cNvSpPr/>
          <p:nvPr/>
        </p:nvSpPr>
        <p:spPr>
          <a:xfrm>
            <a:off x="755640" y="5078520"/>
            <a:ext cx="6045120" cy="4808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75" name="Google Shape;145;g2fd8e4bd645_0_60:notes"/>
          <p:cNvSpPr/>
          <p:nvPr/>
        </p:nvSpPr>
        <p:spPr>
          <a:xfrm>
            <a:off x="685800" y="4343400"/>
            <a:ext cx="5482800" cy="411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91440" bIns="91440" anchor="t">
            <a:noAutofit/>
          </a:bodyPr>
          <a:p>
            <a:pPr marL="216000" indent="-189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  <a:ea typeface="Arial"/>
              </a:rPr>
              <a:t>Speaker note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176" name="PlaceHolder 1"/>
          <p:cNvSpPr>
            <a:spLocks noGrp="1"/>
          </p:cNvSpPr>
          <p:nvPr>
            <p:ph type="body"/>
          </p:nvPr>
        </p:nvSpPr>
        <p:spPr>
          <a:xfrm>
            <a:off x="755640" y="5078520"/>
            <a:ext cx="6024240" cy="4787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177" name="PlaceHolder 2"/>
          <p:cNvSpPr>
            <a:spLocks noGrp="1"/>
          </p:cNvSpPr>
          <p:nvPr>
            <p:ph type="sldImg"/>
          </p:nvPr>
        </p:nvSpPr>
        <p:spPr>
          <a:xfrm>
            <a:off x="227160" y="812880"/>
            <a:ext cx="7079760" cy="3984120"/>
          </a:xfrm>
          <a:prstGeom prst="rect">
            <a:avLst/>
          </a:prstGeom>
          <a:ln w="0">
            <a:noFill/>
          </a:ln>
        </p:spPr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40;g2fd8e4bd645_0_60:notes"/>
          <p:cNvSpPr/>
          <p:nvPr/>
        </p:nvSpPr>
        <p:spPr>
          <a:xfrm>
            <a:off x="4278240" y="0"/>
            <a:ext cx="3258720" cy="51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 algn="r">
              <a:lnSpc>
                <a:spcPct val="92000"/>
              </a:lnSpc>
              <a:buNone/>
              <a:tabLst>
                <a:tab algn="l" pos="0"/>
              </a:tabLst>
            </a:pPr>
            <a:fld id="{3EC10098-F456-432B-A672-5719EF6470C6}" type="slidenum">
              <a:rPr b="0" lang="en-US" sz="1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&lt;number&gt;</a:t>
            </a:fld>
            <a:endParaRPr b="0" lang="en-IN" sz="1400" spc="-1" strike="noStrike">
              <a:latin typeface="Arial"/>
            </a:endParaRPr>
          </a:p>
        </p:txBody>
      </p:sp>
      <p:sp>
        <p:nvSpPr>
          <p:cNvPr id="179" name="Google Shape;141;g2fd8e4bd645_0_60:notes"/>
          <p:cNvSpPr/>
          <p:nvPr/>
        </p:nvSpPr>
        <p:spPr>
          <a:xfrm>
            <a:off x="4278240" y="0"/>
            <a:ext cx="3265200" cy="518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 algn="r">
              <a:lnSpc>
                <a:spcPct val="92000"/>
              </a:lnSpc>
              <a:buNone/>
              <a:tabLst>
                <a:tab algn="l" pos="0"/>
              </a:tabLst>
            </a:pPr>
            <a:fld id="{743BC3FA-AED6-4729-A4CD-89A668D8AFEA}" type="slidenum">
              <a:rPr b="0" lang="en-US" sz="1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&lt;number&gt;</a:t>
            </a:fld>
            <a:endParaRPr b="0" lang="en-IN" sz="1400" spc="-1" strike="noStrike">
              <a:latin typeface="Arial"/>
            </a:endParaRPr>
          </a:p>
        </p:txBody>
      </p:sp>
      <p:sp>
        <p:nvSpPr>
          <p:cNvPr id="180" name="Google Shape;142;g2fd8e4bd645_0_60:notes"/>
          <p:cNvSpPr/>
          <p:nvPr/>
        </p:nvSpPr>
        <p:spPr>
          <a:xfrm>
            <a:off x="4278240" y="0"/>
            <a:ext cx="3266640" cy="520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 algn="r">
              <a:lnSpc>
                <a:spcPct val="92000"/>
              </a:lnSpc>
              <a:buNone/>
              <a:tabLst>
                <a:tab algn="l" pos="0"/>
              </a:tabLst>
            </a:pPr>
            <a:fld id="{C45CD155-182D-4C7F-9885-52EB53DBD133}" type="slidenum">
              <a:rPr b="0" lang="en-US" sz="1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&lt;number&gt;</a:t>
            </a:fld>
            <a:endParaRPr b="0" lang="en-IN" sz="1400" spc="-1" strike="noStrike">
              <a:latin typeface="Arial"/>
            </a:endParaRPr>
          </a:p>
        </p:txBody>
      </p:sp>
      <p:sp>
        <p:nvSpPr>
          <p:cNvPr id="181" name="Google Shape;143;g2fd8e4bd645_0_60:notes"/>
          <p:cNvSpPr/>
          <p:nvPr/>
        </p:nvSpPr>
        <p:spPr>
          <a:xfrm>
            <a:off x="4278240" y="0"/>
            <a:ext cx="3274920" cy="52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 algn="r">
              <a:lnSpc>
                <a:spcPct val="92000"/>
              </a:lnSpc>
              <a:buNone/>
              <a:tabLst>
                <a:tab algn="l" pos="0"/>
              </a:tabLst>
            </a:pPr>
            <a:fld id="{34B1F736-3675-4AF7-ACB7-BA6473BAE825}" type="slidenum">
              <a:rPr b="0" lang="en-US" sz="1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&lt;number&gt;</a:t>
            </a:fld>
            <a:endParaRPr b="0" lang="en-IN" sz="1400" spc="-1" strike="noStrike">
              <a:latin typeface="Arial"/>
            </a:endParaRPr>
          </a:p>
        </p:txBody>
      </p:sp>
      <p:sp>
        <p:nvSpPr>
          <p:cNvPr id="182" name="Google Shape;144;g2fd8e4bd645_0_60:notes"/>
          <p:cNvSpPr/>
          <p:nvPr/>
        </p:nvSpPr>
        <p:spPr>
          <a:xfrm>
            <a:off x="755640" y="5078520"/>
            <a:ext cx="6045120" cy="4808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83" name="Google Shape;145;g2fd8e4bd645_0_60:notes"/>
          <p:cNvSpPr/>
          <p:nvPr/>
        </p:nvSpPr>
        <p:spPr>
          <a:xfrm>
            <a:off x="685800" y="4343400"/>
            <a:ext cx="5482800" cy="411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91440" bIns="91440" anchor="t">
            <a:noAutofit/>
          </a:bodyPr>
          <a:p>
            <a:pPr marL="216000" indent="-189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  <a:ea typeface="Arial"/>
              </a:rPr>
              <a:t>Speaker note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184" name="PlaceHolder 1"/>
          <p:cNvSpPr>
            <a:spLocks noGrp="1"/>
          </p:cNvSpPr>
          <p:nvPr>
            <p:ph type="body"/>
          </p:nvPr>
        </p:nvSpPr>
        <p:spPr>
          <a:xfrm>
            <a:off x="755640" y="5078520"/>
            <a:ext cx="6024240" cy="4787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185" name="PlaceHolder 2"/>
          <p:cNvSpPr>
            <a:spLocks noGrp="1"/>
          </p:cNvSpPr>
          <p:nvPr>
            <p:ph type="sldImg"/>
          </p:nvPr>
        </p:nvSpPr>
        <p:spPr>
          <a:xfrm>
            <a:off x="227160" y="812880"/>
            <a:ext cx="7079760" cy="3984120"/>
          </a:xfrm>
          <a:prstGeom prst="rect">
            <a:avLst/>
          </a:prstGeom>
          <a:ln w="0">
            <a:noFill/>
          </a:ln>
        </p:spPr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40;g2fd8e4bd645_0_60:notes"/>
          <p:cNvSpPr/>
          <p:nvPr/>
        </p:nvSpPr>
        <p:spPr>
          <a:xfrm>
            <a:off x="4278240" y="0"/>
            <a:ext cx="3258720" cy="51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 algn="r">
              <a:lnSpc>
                <a:spcPct val="92000"/>
              </a:lnSpc>
              <a:buNone/>
              <a:tabLst>
                <a:tab algn="l" pos="0"/>
              </a:tabLst>
            </a:pPr>
            <a:fld id="{A138C46E-322B-4AB5-BB27-C1D5A5E9E754}" type="slidenum">
              <a:rPr b="0" lang="en-US" sz="1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&lt;number&gt;</a:t>
            </a:fld>
            <a:endParaRPr b="0" lang="en-IN" sz="1400" spc="-1" strike="noStrike">
              <a:latin typeface="Arial"/>
            </a:endParaRPr>
          </a:p>
        </p:txBody>
      </p:sp>
      <p:sp>
        <p:nvSpPr>
          <p:cNvPr id="187" name="Google Shape;141;g2fd8e4bd645_0_60:notes"/>
          <p:cNvSpPr/>
          <p:nvPr/>
        </p:nvSpPr>
        <p:spPr>
          <a:xfrm>
            <a:off x="4278240" y="0"/>
            <a:ext cx="3265200" cy="518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 algn="r">
              <a:lnSpc>
                <a:spcPct val="92000"/>
              </a:lnSpc>
              <a:buNone/>
              <a:tabLst>
                <a:tab algn="l" pos="0"/>
              </a:tabLst>
            </a:pPr>
            <a:fld id="{63C8081A-CF5B-4248-8313-F73DC3AE3309}" type="slidenum">
              <a:rPr b="0" lang="en-US" sz="1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&lt;number&gt;</a:t>
            </a:fld>
            <a:endParaRPr b="0" lang="en-IN" sz="1400" spc="-1" strike="noStrike">
              <a:latin typeface="Arial"/>
            </a:endParaRPr>
          </a:p>
        </p:txBody>
      </p:sp>
      <p:sp>
        <p:nvSpPr>
          <p:cNvPr id="188" name="Google Shape;142;g2fd8e4bd645_0_60:notes"/>
          <p:cNvSpPr/>
          <p:nvPr/>
        </p:nvSpPr>
        <p:spPr>
          <a:xfrm>
            <a:off x="4278240" y="0"/>
            <a:ext cx="3266640" cy="520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 algn="r">
              <a:lnSpc>
                <a:spcPct val="92000"/>
              </a:lnSpc>
              <a:buNone/>
              <a:tabLst>
                <a:tab algn="l" pos="0"/>
              </a:tabLst>
            </a:pPr>
            <a:fld id="{1EC06BC8-B31B-4CCB-A6E0-9E108FACDB59}" type="slidenum">
              <a:rPr b="0" lang="en-US" sz="1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&lt;number&gt;</a:t>
            </a:fld>
            <a:endParaRPr b="0" lang="en-IN" sz="1400" spc="-1" strike="noStrike">
              <a:latin typeface="Arial"/>
            </a:endParaRPr>
          </a:p>
        </p:txBody>
      </p:sp>
      <p:sp>
        <p:nvSpPr>
          <p:cNvPr id="189" name="Google Shape;143;g2fd8e4bd645_0_60:notes"/>
          <p:cNvSpPr/>
          <p:nvPr/>
        </p:nvSpPr>
        <p:spPr>
          <a:xfrm>
            <a:off x="4278240" y="0"/>
            <a:ext cx="3274920" cy="52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 algn="r">
              <a:lnSpc>
                <a:spcPct val="92000"/>
              </a:lnSpc>
              <a:buNone/>
              <a:tabLst>
                <a:tab algn="l" pos="0"/>
              </a:tabLst>
            </a:pPr>
            <a:fld id="{BE728B4E-D91D-4A95-8A43-6EDD38D5B8B6}" type="slidenum">
              <a:rPr b="0" lang="en-US" sz="1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&lt;number&gt;</a:t>
            </a:fld>
            <a:endParaRPr b="0" lang="en-IN" sz="1400" spc="-1" strike="noStrike">
              <a:latin typeface="Arial"/>
            </a:endParaRPr>
          </a:p>
        </p:txBody>
      </p:sp>
      <p:sp>
        <p:nvSpPr>
          <p:cNvPr id="190" name="Google Shape;144;g2fd8e4bd645_0_60:notes"/>
          <p:cNvSpPr/>
          <p:nvPr/>
        </p:nvSpPr>
        <p:spPr>
          <a:xfrm>
            <a:off x="755640" y="5078520"/>
            <a:ext cx="6045120" cy="4808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91" name="Google Shape;145;g2fd8e4bd645_0_60:notes"/>
          <p:cNvSpPr/>
          <p:nvPr/>
        </p:nvSpPr>
        <p:spPr>
          <a:xfrm>
            <a:off x="685800" y="4343400"/>
            <a:ext cx="5482800" cy="411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91440" bIns="91440" anchor="t">
            <a:noAutofit/>
          </a:bodyPr>
          <a:p>
            <a:pPr marL="216000" indent="-189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  <a:ea typeface="Arial"/>
              </a:rPr>
              <a:t>Speaker note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192" name="PlaceHolder 1"/>
          <p:cNvSpPr>
            <a:spLocks noGrp="1"/>
          </p:cNvSpPr>
          <p:nvPr>
            <p:ph type="body"/>
          </p:nvPr>
        </p:nvSpPr>
        <p:spPr>
          <a:xfrm>
            <a:off x="755640" y="5078520"/>
            <a:ext cx="6024240" cy="4787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193" name="PlaceHolder 2"/>
          <p:cNvSpPr>
            <a:spLocks noGrp="1"/>
          </p:cNvSpPr>
          <p:nvPr>
            <p:ph type="sldImg"/>
          </p:nvPr>
        </p:nvSpPr>
        <p:spPr>
          <a:xfrm>
            <a:off x="227160" y="812880"/>
            <a:ext cx="7079760" cy="3984120"/>
          </a:xfrm>
          <a:prstGeom prst="rect">
            <a:avLst/>
          </a:prstGeom>
          <a:ln w="0">
            <a:noFill/>
          </a:ln>
        </p:spPr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40;g2fd8e4bd645_0_60:notes"/>
          <p:cNvSpPr/>
          <p:nvPr/>
        </p:nvSpPr>
        <p:spPr>
          <a:xfrm>
            <a:off x="4278240" y="0"/>
            <a:ext cx="3258720" cy="51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 algn="r">
              <a:lnSpc>
                <a:spcPct val="92000"/>
              </a:lnSpc>
              <a:buNone/>
              <a:tabLst>
                <a:tab algn="l" pos="0"/>
              </a:tabLst>
            </a:pPr>
            <a:fld id="{1AC0DD03-E59D-4DB9-93E8-CE2A55605BED}" type="slidenum">
              <a:rPr b="0" lang="en-US" sz="1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&lt;number&gt;</a:t>
            </a:fld>
            <a:endParaRPr b="0" lang="en-IN" sz="1400" spc="-1" strike="noStrike">
              <a:latin typeface="Arial"/>
            </a:endParaRPr>
          </a:p>
        </p:txBody>
      </p:sp>
      <p:sp>
        <p:nvSpPr>
          <p:cNvPr id="195" name="Google Shape;141;g2fd8e4bd645_0_60:notes"/>
          <p:cNvSpPr/>
          <p:nvPr/>
        </p:nvSpPr>
        <p:spPr>
          <a:xfrm>
            <a:off x="4278240" y="0"/>
            <a:ext cx="3265200" cy="518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 algn="r">
              <a:lnSpc>
                <a:spcPct val="92000"/>
              </a:lnSpc>
              <a:buNone/>
              <a:tabLst>
                <a:tab algn="l" pos="0"/>
              </a:tabLst>
            </a:pPr>
            <a:fld id="{57B1980F-DDA8-4DB9-8CE4-7EBEF07E026E}" type="slidenum">
              <a:rPr b="0" lang="en-US" sz="1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&lt;number&gt;</a:t>
            </a:fld>
            <a:endParaRPr b="0" lang="en-IN" sz="1400" spc="-1" strike="noStrike">
              <a:latin typeface="Arial"/>
            </a:endParaRPr>
          </a:p>
        </p:txBody>
      </p:sp>
      <p:sp>
        <p:nvSpPr>
          <p:cNvPr id="196" name="Google Shape;142;g2fd8e4bd645_0_60:notes"/>
          <p:cNvSpPr/>
          <p:nvPr/>
        </p:nvSpPr>
        <p:spPr>
          <a:xfrm>
            <a:off x="4278240" y="0"/>
            <a:ext cx="3266640" cy="520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 algn="r">
              <a:lnSpc>
                <a:spcPct val="92000"/>
              </a:lnSpc>
              <a:buNone/>
              <a:tabLst>
                <a:tab algn="l" pos="0"/>
              </a:tabLst>
            </a:pPr>
            <a:fld id="{1A6264E2-74E8-4B51-8938-64E2F2E844F6}" type="slidenum">
              <a:rPr b="0" lang="en-US" sz="1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&lt;number&gt;</a:t>
            </a:fld>
            <a:endParaRPr b="0" lang="en-IN" sz="1400" spc="-1" strike="noStrike">
              <a:latin typeface="Arial"/>
            </a:endParaRPr>
          </a:p>
        </p:txBody>
      </p:sp>
      <p:sp>
        <p:nvSpPr>
          <p:cNvPr id="197" name="Google Shape;143;g2fd8e4bd645_0_60:notes"/>
          <p:cNvSpPr/>
          <p:nvPr/>
        </p:nvSpPr>
        <p:spPr>
          <a:xfrm>
            <a:off x="4278240" y="0"/>
            <a:ext cx="3274920" cy="52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 algn="r">
              <a:lnSpc>
                <a:spcPct val="92000"/>
              </a:lnSpc>
              <a:buNone/>
              <a:tabLst>
                <a:tab algn="l" pos="0"/>
              </a:tabLst>
            </a:pPr>
            <a:fld id="{CC54C43F-54AC-4366-B336-7B52E1E9B3D4}" type="slidenum">
              <a:rPr b="0" lang="en-US" sz="1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&lt;number&gt;</a:t>
            </a:fld>
            <a:endParaRPr b="0" lang="en-IN" sz="1400" spc="-1" strike="noStrike">
              <a:latin typeface="Arial"/>
            </a:endParaRPr>
          </a:p>
        </p:txBody>
      </p:sp>
      <p:sp>
        <p:nvSpPr>
          <p:cNvPr id="198" name="Google Shape;144;g2fd8e4bd645_0_60:notes"/>
          <p:cNvSpPr/>
          <p:nvPr/>
        </p:nvSpPr>
        <p:spPr>
          <a:xfrm>
            <a:off x="755640" y="5078520"/>
            <a:ext cx="6045120" cy="4808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99" name="Google Shape;145;g2fd8e4bd645_0_60:notes"/>
          <p:cNvSpPr/>
          <p:nvPr/>
        </p:nvSpPr>
        <p:spPr>
          <a:xfrm>
            <a:off x="685800" y="4343400"/>
            <a:ext cx="5482800" cy="411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91440" bIns="91440" anchor="t">
            <a:noAutofit/>
          </a:bodyPr>
          <a:p>
            <a:pPr marL="216000" indent="-189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  <a:ea typeface="Arial"/>
              </a:rPr>
              <a:t>Speaker note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200" name="PlaceHolder 1"/>
          <p:cNvSpPr>
            <a:spLocks noGrp="1"/>
          </p:cNvSpPr>
          <p:nvPr>
            <p:ph type="body"/>
          </p:nvPr>
        </p:nvSpPr>
        <p:spPr>
          <a:xfrm>
            <a:off x="755640" y="5078520"/>
            <a:ext cx="6024240" cy="4787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201" name="PlaceHolder 2"/>
          <p:cNvSpPr>
            <a:spLocks noGrp="1"/>
          </p:cNvSpPr>
          <p:nvPr>
            <p:ph type="sldImg"/>
          </p:nvPr>
        </p:nvSpPr>
        <p:spPr>
          <a:xfrm>
            <a:off x="227160" y="812880"/>
            <a:ext cx="7079760" cy="3984120"/>
          </a:xfrm>
          <a:prstGeom prst="rect">
            <a:avLst/>
          </a:prstGeom>
          <a:ln w="0">
            <a:noFill/>
          </a:ln>
        </p:spPr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140;g2fd8e4bd645_0_60:notes"/>
          <p:cNvSpPr/>
          <p:nvPr/>
        </p:nvSpPr>
        <p:spPr>
          <a:xfrm>
            <a:off x="4278240" y="0"/>
            <a:ext cx="3258720" cy="51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 algn="r">
              <a:lnSpc>
                <a:spcPct val="92000"/>
              </a:lnSpc>
              <a:buNone/>
              <a:tabLst>
                <a:tab algn="l" pos="0"/>
              </a:tabLst>
            </a:pPr>
            <a:fld id="{0BE51BC8-EDB8-43B3-9BF4-FC690AB9317E}" type="slidenum">
              <a:rPr b="0" lang="en-US" sz="1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&lt;number&gt;</a:t>
            </a:fld>
            <a:endParaRPr b="0" lang="en-IN" sz="1400" spc="-1" strike="noStrike">
              <a:latin typeface="Arial"/>
            </a:endParaRPr>
          </a:p>
        </p:txBody>
      </p:sp>
      <p:sp>
        <p:nvSpPr>
          <p:cNvPr id="203" name="Google Shape;141;g2fd8e4bd645_0_60:notes"/>
          <p:cNvSpPr/>
          <p:nvPr/>
        </p:nvSpPr>
        <p:spPr>
          <a:xfrm>
            <a:off x="4278240" y="0"/>
            <a:ext cx="3265200" cy="518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 algn="r">
              <a:lnSpc>
                <a:spcPct val="92000"/>
              </a:lnSpc>
              <a:buNone/>
              <a:tabLst>
                <a:tab algn="l" pos="0"/>
              </a:tabLst>
            </a:pPr>
            <a:fld id="{4F9F0350-CD6B-4CBD-B734-D4ECE6C6C124}" type="slidenum">
              <a:rPr b="0" lang="en-US" sz="1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&lt;number&gt;</a:t>
            </a:fld>
            <a:endParaRPr b="0" lang="en-IN" sz="1400" spc="-1" strike="noStrike">
              <a:latin typeface="Arial"/>
            </a:endParaRPr>
          </a:p>
        </p:txBody>
      </p:sp>
      <p:sp>
        <p:nvSpPr>
          <p:cNvPr id="204" name="Google Shape;142;g2fd8e4bd645_0_60:notes"/>
          <p:cNvSpPr/>
          <p:nvPr/>
        </p:nvSpPr>
        <p:spPr>
          <a:xfrm>
            <a:off x="4278240" y="0"/>
            <a:ext cx="3266640" cy="520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 algn="r">
              <a:lnSpc>
                <a:spcPct val="92000"/>
              </a:lnSpc>
              <a:buNone/>
              <a:tabLst>
                <a:tab algn="l" pos="0"/>
              </a:tabLst>
            </a:pPr>
            <a:fld id="{8C12571C-BB30-4959-8552-3AE7F26234DF}" type="slidenum">
              <a:rPr b="0" lang="en-US" sz="1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&lt;number&gt;</a:t>
            </a:fld>
            <a:endParaRPr b="0" lang="en-IN" sz="1400" spc="-1" strike="noStrike">
              <a:latin typeface="Arial"/>
            </a:endParaRPr>
          </a:p>
        </p:txBody>
      </p:sp>
      <p:sp>
        <p:nvSpPr>
          <p:cNvPr id="205" name="Google Shape;143;g2fd8e4bd645_0_60:notes"/>
          <p:cNvSpPr/>
          <p:nvPr/>
        </p:nvSpPr>
        <p:spPr>
          <a:xfrm>
            <a:off x="4278240" y="0"/>
            <a:ext cx="3274920" cy="52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 algn="r">
              <a:lnSpc>
                <a:spcPct val="92000"/>
              </a:lnSpc>
              <a:buNone/>
              <a:tabLst>
                <a:tab algn="l" pos="0"/>
              </a:tabLst>
            </a:pPr>
            <a:fld id="{911069DC-D262-4633-9E30-F33910DC7283}" type="slidenum">
              <a:rPr b="0" lang="en-US" sz="1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&lt;number&gt;</a:t>
            </a:fld>
            <a:endParaRPr b="0" lang="en-IN" sz="1400" spc="-1" strike="noStrike">
              <a:latin typeface="Arial"/>
            </a:endParaRPr>
          </a:p>
        </p:txBody>
      </p:sp>
      <p:sp>
        <p:nvSpPr>
          <p:cNvPr id="206" name="Google Shape;144;g2fd8e4bd645_0_60:notes"/>
          <p:cNvSpPr/>
          <p:nvPr/>
        </p:nvSpPr>
        <p:spPr>
          <a:xfrm>
            <a:off x="755640" y="5078520"/>
            <a:ext cx="6045120" cy="4808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07" name="Google Shape;145;g2fd8e4bd645_0_60:notes"/>
          <p:cNvSpPr/>
          <p:nvPr/>
        </p:nvSpPr>
        <p:spPr>
          <a:xfrm>
            <a:off x="685800" y="4343400"/>
            <a:ext cx="5482800" cy="411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91440" bIns="91440" anchor="t">
            <a:noAutofit/>
          </a:bodyPr>
          <a:p>
            <a:pPr marL="216000" indent="-189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  <a:ea typeface="Arial"/>
              </a:rPr>
              <a:t>Speaker note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208" name="PlaceHolder 1"/>
          <p:cNvSpPr>
            <a:spLocks noGrp="1"/>
          </p:cNvSpPr>
          <p:nvPr>
            <p:ph type="body"/>
          </p:nvPr>
        </p:nvSpPr>
        <p:spPr>
          <a:xfrm>
            <a:off x="755640" y="5078520"/>
            <a:ext cx="6024240" cy="4787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209" name="PlaceHolder 2"/>
          <p:cNvSpPr>
            <a:spLocks noGrp="1"/>
          </p:cNvSpPr>
          <p:nvPr>
            <p:ph type="sldImg"/>
          </p:nvPr>
        </p:nvSpPr>
        <p:spPr>
          <a:xfrm>
            <a:off x="227160" y="812880"/>
            <a:ext cx="7079760" cy="3984120"/>
          </a:xfrm>
          <a:prstGeom prst="rect">
            <a:avLst/>
          </a:prstGeom>
          <a:ln w="0">
            <a:noFill/>
          </a:ln>
        </p:spPr>
      </p:sp>
    </p:spTree>
  </p:cSld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140;g2fd8e4bd645_0_60:notes"/>
          <p:cNvSpPr/>
          <p:nvPr/>
        </p:nvSpPr>
        <p:spPr>
          <a:xfrm>
            <a:off x="4278240" y="0"/>
            <a:ext cx="3258720" cy="51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 algn="r">
              <a:lnSpc>
                <a:spcPct val="92000"/>
              </a:lnSpc>
              <a:buNone/>
              <a:tabLst>
                <a:tab algn="l" pos="0"/>
              </a:tabLst>
            </a:pPr>
            <a:fld id="{A6AC856D-5DB1-471B-B66D-3907CF39B160}" type="slidenum">
              <a:rPr b="0" lang="en-US" sz="1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&lt;number&gt;</a:t>
            </a:fld>
            <a:endParaRPr b="0" lang="en-IN" sz="1400" spc="-1" strike="noStrike">
              <a:latin typeface="Arial"/>
            </a:endParaRPr>
          </a:p>
        </p:txBody>
      </p:sp>
      <p:sp>
        <p:nvSpPr>
          <p:cNvPr id="211" name="Google Shape;141;g2fd8e4bd645_0_60:notes"/>
          <p:cNvSpPr/>
          <p:nvPr/>
        </p:nvSpPr>
        <p:spPr>
          <a:xfrm>
            <a:off x="4278240" y="0"/>
            <a:ext cx="3265200" cy="518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 algn="r">
              <a:lnSpc>
                <a:spcPct val="92000"/>
              </a:lnSpc>
              <a:buNone/>
              <a:tabLst>
                <a:tab algn="l" pos="0"/>
              </a:tabLst>
            </a:pPr>
            <a:fld id="{53F92A31-6D65-4A98-AAB9-F90AC5AF96C6}" type="slidenum">
              <a:rPr b="0" lang="en-US" sz="1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&lt;number&gt;</a:t>
            </a:fld>
            <a:endParaRPr b="0" lang="en-IN" sz="1400" spc="-1" strike="noStrike">
              <a:latin typeface="Arial"/>
            </a:endParaRPr>
          </a:p>
        </p:txBody>
      </p:sp>
      <p:sp>
        <p:nvSpPr>
          <p:cNvPr id="212" name="Google Shape;142;g2fd8e4bd645_0_60:notes"/>
          <p:cNvSpPr/>
          <p:nvPr/>
        </p:nvSpPr>
        <p:spPr>
          <a:xfrm>
            <a:off x="4278240" y="0"/>
            <a:ext cx="3266640" cy="520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 algn="r">
              <a:lnSpc>
                <a:spcPct val="92000"/>
              </a:lnSpc>
              <a:buNone/>
              <a:tabLst>
                <a:tab algn="l" pos="0"/>
              </a:tabLst>
            </a:pPr>
            <a:fld id="{6840B687-4F47-4C8B-917C-68599BF6F5DE}" type="slidenum">
              <a:rPr b="0" lang="en-US" sz="1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&lt;number&gt;</a:t>
            </a:fld>
            <a:endParaRPr b="0" lang="en-IN" sz="1400" spc="-1" strike="noStrike">
              <a:latin typeface="Arial"/>
            </a:endParaRPr>
          </a:p>
        </p:txBody>
      </p:sp>
      <p:sp>
        <p:nvSpPr>
          <p:cNvPr id="213" name="Google Shape;143;g2fd8e4bd645_0_60:notes"/>
          <p:cNvSpPr/>
          <p:nvPr/>
        </p:nvSpPr>
        <p:spPr>
          <a:xfrm>
            <a:off x="4278240" y="0"/>
            <a:ext cx="3274920" cy="52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 algn="r">
              <a:lnSpc>
                <a:spcPct val="92000"/>
              </a:lnSpc>
              <a:buNone/>
              <a:tabLst>
                <a:tab algn="l" pos="0"/>
              </a:tabLst>
            </a:pPr>
            <a:fld id="{422987B7-1777-4048-9F1D-8E2976F9799C}" type="slidenum">
              <a:rPr b="0" lang="en-US" sz="1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&lt;number&gt;</a:t>
            </a:fld>
            <a:endParaRPr b="0" lang="en-IN" sz="1400" spc="-1" strike="noStrike">
              <a:latin typeface="Arial"/>
            </a:endParaRPr>
          </a:p>
        </p:txBody>
      </p:sp>
      <p:sp>
        <p:nvSpPr>
          <p:cNvPr id="214" name="Google Shape;144;g2fd8e4bd645_0_60:notes"/>
          <p:cNvSpPr/>
          <p:nvPr/>
        </p:nvSpPr>
        <p:spPr>
          <a:xfrm>
            <a:off x="755640" y="5078520"/>
            <a:ext cx="6045120" cy="4808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15" name="Google Shape;145;g2fd8e4bd645_0_60:notes"/>
          <p:cNvSpPr/>
          <p:nvPr/>
        </p:nvSpPr>
        <p:spPr>
          <a:xfrm>
            <a:off x="685800" y="4343400"/>
            <a:ext cx="5482800" cy="411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91440" bIns="91440" anchor="t">
            <a:noAutofit/>
          </a:bodyPr>
          <a:p>
            <a:pPr marL="216000" indent="-189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  <a:ea typeface="Arial"/>
              </a:rPr>
              <a:t>Speaker note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216" name="PlaceHolder 1"/>
          <p:cNvSpPr>
            <a:spLocks noGrp="1"/>
          </p:cNvSpPr>
          <p:nvPr>
            <p:ph type="body"/>
          </p:nvPr>
        </p:nvSpPr>
        <p:spPr>
          <a:xfrm>
            <a:off x="755640" y="5078520"/>
            <a:ext cx="6024240" cy="4787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217" name="PlaceHolder 2"/>
          <p:cNvSpPr>
            <a:spLocks noGrp="1"/>
          </p:cNvSpPr>
          <p:nvPr>
            <p:ph type="sldImg"/>
          </p:nvPr>
        </p:nvSpPr>
        <p:spPr>
          <a:xfrm>
            <a:off x="227160" y="812880"/>
            <a:ext cx="7079760" cy="3984120"/>
          </a:xfrm>
          <a:prstGeom prst="rect">
            <a:avLst/>
          </a:prstGeom>
          <a:ln w="0">
            <a:noFill/>
          </a:ln>
        </p:spPr>
      </p:sp>
    </p:spTree>
  </p:cSld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140;g2fd8e4bd645_0_60:notes"/>
          <p:cNvSpPr/>
          <p:nvPr/>
        </p:nvSpPr>
        <p:spPr>
          <a:xfrm>
            <a:off x="4278240" y="0"/>
            <a:ext cx="3258720" cy="51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 algn="r">
              <a:lnSpc>
                <a:spcPct val="92000"/>
              </a:lnSpc>
              <a:buNone/>
              <a:tabLst>
                <a:tab algn="l" pos="0"/>
              </a:tabLst>
            </a:pPr>
            <a:fld id="{63976274-0C89-49B7-B56A-A2FA65E47316}" type="slidenum">
              <a:rPr b="0" lang="en-US" sz="1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&lt;number&gt;</a:t>
            </a:fld>
            <a:endParaRPr b="0" lang="en-IN" sz="1400" spc="-1" strike="noStrike">
              <a:latin typeface="Arial"/>
            </a:endParaRPr>
          </a:p>
        </p:txBody>
      </p:sp>
      <p:sp>
        <p:nvSpPr>
          <p:cNvPr id="219" name="Google Shape;141;g2fd8e4bd645_0_60:notes"/>
          <p:cNvSpPr/>
          <p:nvPr/>
        </p:nvSpPr>
        <p:spPr>
          <a:xfrm>
            <a:off x="4278240" y="0"/>
            <a:ext cx="3265200" cy="518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 algn="r">
              <a:lnSpc>
                <a:spcPct val="92000"/>
              </a:lnSpc>
              <a:buNone/>
              <a:tabLst>
                <a:tab algn="l" pos="0"/>
              </a:tabLst>
            </a:pPr>
            <a:fld id="{7660A94E-4EA1-4469-932B-D36F120407C8}" type="slidenum">
              <a:rPr b="0" lang="en-US" sz="1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&lt;number&gt;</a:t>
            </a:fld>
            <a:endParaRPr b="0" lang="en-IN" sz="1400" spc="-1" strike="noStrike">
              <a:latin typeface="Arial"/>
            </a:endParaRPr>
          </a:p>
        </p:txBody>
      </p:sp>
      <p:sp>
        <p:nvSpPr>
          <p:cNvPr id="220" name="Google Shape;142;g2fd8e4bd645_0_60:notes"/>
          <p:cNvSpPr/>
          <p:nvPr/>
        </p:nvSpPr>
        <p:spPr>
          <a:xfrm>
            <a:off x="4278240" y="0"/>
            <a:ext cx="3266640" cy="520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 algn="r">
              <a:lnSpc>
                <a:spcPct val="92000"/>
              </a:lnSpc>
              <a:buNone/>
              <a:tabLst>
                <a:tab algn="l" pos="0"/>
              </a:tabLst>
            </a:pPr>
            <a:fld id="{4302B46C-99EF-4B77-AE46-7DA32424D279}" type="slidenum">
              <a:rPr b="0" lang="en-US" sz="1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&lt;number&gt;</a:t>
            </a:fld>
            <a:endParaRPr b="0" lang="en-IN" sz="1400" spc="-1" strike="noStrike">
              <a:latin typeface="Arial"/>
            </a:endParaRPr>
          </a:p>
        </p:txBody>
      </p:sp>
      <p:sp>
        <p:nvSpPr>
          <p:cNvPr id="221" name="Google Shape;143;g2fd8e4bd645_0_60:notes"/>
          <p:cNvSpPr/>
          <p:nvPr/>
        </p:nvSpPr>
        <p:spPr>
          <a:xfrm>
            <a:off x="4278240" y="0"/>
            <a:ext cx="3274920" cy="52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 algn="r">
              <a:lnSpc>
                <a:spcPct val="92000"/>
              </a:lnSpc>
              <a:buNone/>
              <a:tabLst>
                <a:tab algn="l" pos="0"/>
              </a:tabLst>
            </a:pPr>
            <a:fld id="{4C0227FF-C7AB-47F9-B058-52A08EE58446}" type="slidenum">
              <a:rPr b="0" lang="en-US" sz="1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&lt;number&gt;</a:t>
            </a:fld>
            <a:endParaRPr b="0" lang="en-IN" sz="1400" spc="-1" strike="noStrike">
              <a:latin typeface="Arial"/>
            </a:endParaRPr>
          </a:p>
        </p:txBody>
      </p:sp>
      <p:sp>
        <p:nvSpPr>
          <p:cNvPr id="222" name="Google Shape;144;g2fd8e4bd645_0_60:notes"/>
          <p:cNvSpPr/>
          <p:nvPr/>
        </p:nvSpPr>
        <p:spPr>
          <a:xfrm>
            <a:off x="755640" y="5078520"/>
            <a:ext cx="6045120" cy="4808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23" name="Google Shape;145;g2fd8e4bd645_0_60:notes"/>
          <p:cNvSpPr/>
          <p:nvPr/>
        </p:nvSpPr>
        <p:spPr>
          <a:xfrm>
            <a:off x="685800" y="4343400"/>
            <a:ext cx="5482800" cy="411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91440" bIns="91440" anchor="t">
            <a:noAutofit/>
          </a:bodyPr>
          <a:p>
            <a:pPr marL="216000" indent="-189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  <a:ea typeface="Arial"/>
              </a:rPr>
              <a:t>Speaker note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224" name="PlaceHolder 1"/>
          <p:cNvSpPr>
            <a:spLocks noGrp="1"/>
          </p:cNvSpPr>
          <p:nvPr>
            <p:ph type="body"/>
          </p:nvPr>
        </p:nvSpPr>
        <p:spPr>
          <a:xfrm>
            <a:off x="755640" y="5078520"/>
            <a:ext cx="6024240" cy="4787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225" name="PlaceHolder 2"/>
          <p:cNvSpPr>
            <a:spLocks noGrp="1"/>
          </p:cNvSpPr>
          <p:nvPr>
            <p:ph type="sldImg"/>
          </p:nvPr>
        </p:nvSpPr>
        <p:spPr>
          <a:xfrm>
            <a:off x="227160" y="812880"/>
            <a:ext cx="7079760" cy="3984120"/>
          </a:xfrm>
          <a:prstGeom prst="rect">
            <a:avLst/>
          </a:prstGeom>
          <a:ln w="0">
            <a:noFill/>
          </a:ln>
        </p:spPr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6810852-7B2D-422C-9CE3-A9502B398003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1" lang="en-IN" sz="2200" spc="-1" strike="noStrike">
              <a:solidFill>
                <a:srgbClr val="ff0000"/>
              </a:solidFill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457200" y="1203840"/>
            <a:ext cx="8229240" cy="2983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C80CF7E-5932-4A46-8EE6-550F0D9E4A58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1" lang="en-IN" sz="2200" spc="-1" strike="noStrike">
              <a:solidFill>
                <a:srgbClr val="ff0000"/>
              </a:solidFill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457200" y="1203840"/>
            <a:ext cx="8229240" cy="2983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3CA8715-18B9-4F01-92CF-4F443263C171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1" lang="en-IN" sz="2200" spc="-1" strike="noStrike">
              <a:solidFill>
                <a:srgbClr val="ff0000"/>
              </a:solidFill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/>
          </p:nvPr>
        </p:nvSpPr>
        <p:spPr>
          <a:xfrm>
            <a:off x="457200" y="1203840"/>
            <a:ext cx="4015800" cy="2983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/>
          </p:nvPr>
        </p:nvSpPr>
        <p:spPr>
          <a:xfrm>
            <a:off x="4674240" y="1203840"/>
            <a:ext cx="4015800" cy="2983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9188402-902C-4372-B899-B241E52D430C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1" lang="en-IN" sz="2200" spc="-1" strike="noStrike">
              <a:solidFill>
                <a:srgbClr val="ff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59F092E-0EB2-49B8-8E5F-9FB743631822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457200" y="205200"/>
            <a:ext cx="8229240" cy="3981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0D57877-F7EB-4DAF-AC65-1B7CA4199D31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1" lang="en-IN" sz="2200" spc="-1" strike="noStrike">
              <a:solidFill>
                <a:srgbClr val="ff0000"/>
              </a:solidFill>
              <a:latin typeface="Arial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203840"/>
            <a:ext cx="4015800" cy="1423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203840"/>
            <a:ext cx="4015800" cy="2983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/>
          </p:nvPr>
        </p:nvSpPr>
        <p:spPr>
          <a:xfrm>
            <a:off x="457200" y="2762640"/>
            <a:ext cx="4015800" cy="1423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98DA4FD-3986-4F2B-BDAA-A8D4E5D7D4BD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1" lang="en-IN" sz="2200" spc="-1" strike="noStrike">
              <a:solidFill>
                <a:srgbClr val="ff0000"/>
              </a:solidFill>
              <a:latin typeface="Arial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457200" y="1203840"/>
            <a:ext cx="4015800" cy="2983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/>
          </p:nvPr>
        </p:nvSpPr>
        <p:spPr>
          <a:xfrm>
            <a:off x="4674240" y="1203840"/>
            <a:ext cx="4015800" cy="1423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/>
          </p:nvPr>
        </p:nvSpPr>
        <p:spPr>
          <a:xfrm>
            <a:off x="4674240" y="2762640"/>
            <a:ext cx="4015800" cy="1423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57DF29F-377E-4AA6-8FFE-46A029EB8EDA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1" lang="en-IN" sz="2200" spc="-1" strike="noStrike">
              <a:solidFill>
                <a:srgbClr val="ff0000"/>
              </a:solidFill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457200" y="1203840"/>
            <a:ext cx="4015800" cy="1423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/>
          </p:nvPr>
        </p:nvSpPr>
        <p:spPr>
          <a:xfrm>
            <a:off x="4674240" y="1203840"/>
            <a:ext cx="4015800" cy="1423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/>
          </p:nvPr>
        </p:nvSpPr>
        <p:spPr>
          <a:xfrm>
            <a:off x="457200" y="2762640"/>
            <a:ext cx="8229240" cy="1423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43266AB-B75B-4D55-A178-278B21B7178B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1" lang="en-IN" sz="2200" spc="-1" strike="noStrike">
              <a:solidFill>
                <a:srgbClr val="ff0000"/>
              </a:solidFill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457200" y="1203840"/>
            <a:ext cx="8229240" cy="1423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457200" y="2762640"/>
            <a:ext cx="8229240" cy="1423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1809C5E-6562-46D0-809B-58477D9E419A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1" lang="en-IN" sz="2200" spc="-1" strike="noStrike">
              <a:solidFill>
                <a:srgbClr val="ff0000"/>
              </a:solidFill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457200" y="1203840"/>
            <a:ext cx="4015800" cy="1423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/>
          </p:nvPr>
        </p:nvSpPr>
        <p:spPr>
          <a:xfrm>
            <a:off x="4674240" y="1203840"/>
            <a:ext cx="4015800" cy="1423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/>
          </p:nvPr>
        </p:nvSpPr>
        <p:spPr>
          <a:xfrm>
            <a:off x="457200" y="2762640"/>
            <a:ext cx="4015800" cy="1423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/>
          </p:nvPr>
        </p:nvSpPr>
        <p:spPr>
          <a:xfrm>
            <a:off x="4674240" y="2762640"/>
            <a:ext cx="4015800" cy="1423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4479C99-376A-48B6-AD9E-8F1C4F16741F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1" lang="en-IN" sz="2200" spc="-1" strike="noStrike">
              <a:solidFill>
                <a:srgbClr val="ff0000"/>
              </a:solidFill>
              <a:latin typeface="Arial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203840"/>
            <a:ext cx="2649600" cy="1423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3239640" y="1203840"/>
            <a:ext cx="2649600" cy="1423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6022080" y="1203840"/>
            <a:ext cx="2649600" cy="1423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57200" y="2762640"/>
            <a:ext cx="2649600" cy="1423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/>
          </p:nvPr>
        </p:nvSpPr>
        <p:spPr>
          <a:xfrm>
            <a:off x="3239640" y="2762640"/>
            <a:ext cx="2649600" cy="1423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/>
          </p:nvPr>
        </p:nvSpPr>
        <p:spPr>
          <a:xfrm>
            <a:off x="6022080" y="2762640"/>
            <a:ext cx="2649600" cy="1423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31552B0-EFE2-41A7-8692-104B61C24BE7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dt" idx="1"/>
          </p:nvPr>
        </p:nvSpPr>
        <p:spPr>
          <a:xfrm>
            <a:off x="0" y="0"/>
            <a:ext cx="2999520" cy="299952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>
            <a:lvl1pPr>
              <a:defRPr b="0" lang="en-IN" sz="1400" spc="-1" strike="noStrike">
                <a:latin typeface="Times New Roman"/>
              </a:defRPr>
            </a:lvl1pPr>
          </a:lstStyle>
          <a:p>
            <a:r>
              <a:rPr b="0" lang="en-IN" sz="1400" spc="-1" strike="noStrike">
                <a:latin typeface="Times New Roman"/>
              </a:rPr>
              <a:t> 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ftr" idx="2"/>
          </p:nvPr>
        </p:nvSpPr>
        <p:spPr>
          <a:xfrm>
            <a:off x="0" y="0"/>
            <a:ext cx="2999520" cy="299952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>
            <a:lvl1pPr algn="ctr">
              <a:buNone/>
              <a:defRPr b="0" lang="en-IN" sz="1400" spc="-1" strike="noStrike">
                <a:latin typeface="Times New Roman"/>
              </a:defRPr>
            </a:lvl1pPr>
          </a:lstStyle>
          <a:p>
            <a:pPr algn="ctr">
              <a:buNone/>
            </a:pPr>
            <a:r>
              <a:rPr b="0" lang="en-IN" sz="1400" spc="-1" strike="noStrike">
                <a:latin typeface="Times New Roman"/>
              </a:rPr>
              <a:t> 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sldNum" idx="3"/>
          </p:nvPr>
        </p:nvSpPr>
        <p:spPr>
          <a:xfrm>
            <a:off x="0" y="0"/>
            <a:ext cx="2999520" cy="299952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>
            <a:lvl1pPr>
              <a:lnSpc>
                <a:spcPct val="100000"/>
              </a:lnSpc>
              <a:buNone/>
              <a:tabLst>
                <a:tab algn="l" pos="0"/>
              </a:tabLst>
              <a:defRPr b="0" lang="en-US" sz="1500" spc="-1" strike="noStrike">
                <a:solidFill>
                  <a:srgbClr val="ffffff"/>
                </a:solidFill>
                <a:latin typeface="Arial"/>
                <a:ea typeface="Arial"/>
              </a:defRPr>
            </a:lvl1pPr>
          </a:lstStyle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fld id="{946E9C96-2441-450E-AE31-7572127F242B}" type="slidenum">
              <a:rPr b="0" lang="en-US" sz="1500" spc="-1" strike="noStrike">
                <a:solidFill>
                  <a:srgbClr val="ffffff"/>
                </a:solidFill>
                <a:latin typeface="Arial"/>
                <a:ea typeface="Arial"/>
              </a:rPr>
              <a:t>2</a:t>
            </a:fld>
            <a:endParaRPr b="0" lang="en-IN" sz="1500" spc="-1" strike="noStrike"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1" lang="en-IN" sz="2200" spc="-1" strike="noStrike">
                <a:solidFill>
                  <a:srgbClr val="ff0000"/>
                </a:solidFill>
                <a:latin typeface="Arial"/>
              </a:rPr>
              <a:t>Click to edit the title text format</a:t>
            </a:r>
            <a:endParaRPr b="1" lang="en-IN" sz="2200" spc="-1" strike="noStrike">
              <a:solidFill>
                <a:srgbClr val="ff0000"/>
              </a:solidFill>
              <a:latin typeface="Arial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457200" y="1203840"/>
            <a:ext cx="8229240" cy="2983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4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IN" sz="14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14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IN" sz="14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IN" sz="1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14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IN" sz="14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IN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IN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IN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12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1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13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1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14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14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b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0;p1"/>
          <p:cNvSpPr/>
          <p:nvPr/>
        </p:nvSpPr>
        <p:spPr>
          <a:xfrm>
            <a:off x="6335640" y="114480"/>
            <a:ext cx="2742840" cy="45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999999"/>
                </a:solidFill>
                <a:latin typeface="Comfortaa"/>
                <a:ea typeface="Comfortaa"/>
              </a:rPr>
              <a:t>Scaling Expectations</a:t>
            </a:r>
            <a:endParaRPr b="0" lang="en-IN" sz="1400" spc="-1" strike="noStrike">
              <a:latin typeface="Arial"/>
            </a:endParaRPr>
          </a:p>
        </p:txBody>
      </p:sp>
      <p:pic>
        <p:nvPicPr>
          <p:cNvPr id="48" name="Google Shape;41;p1" descr=""/>
          <p:cNvPicPr/>
          <p:nvPr/>
        </p:nvPicPr>
        <p:blipFill>
          <a:blip r:embed="rId1"/>
          <a:stretch/>
        </p:blipFill>
        <p:spPr>
          <a:xfrm>
            <a:off x="0" y="114480"/>
            <a:ext cx="1794960" cy="537840"/>
          </a:xfrm>
          <a:prstGeom prst="rect">
            <a:avLst/>
          </a:prstGeom>
          <a:ln w="0">
            <a:noFill/>
          </a:ln>
        </p:spPr>
      </p:pic>
      <p:sp>
        <p:nvSpPr>
          <p:cNvPr id="49" name="Google Shape;42;p1"/>
          <p:cNvSpPr/>
          <p:nvPr/>
        </p:nvSpPr>
        <p:spPr>
          <a:xfrm>
            <a:off x="2367000" y="1617840"/>
            <a:ext cx="183960" cy="321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540000" y="13014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1" lang="en-IN" sz="5400" spc="-1" strike="noStrike" u="sng">
                <a:solidFill>
                  <a:srgbClr val="ff0000"/>
                </a:solidFill>
                <a:uFillTx/>
                <a:latin typeface="Arial"/>
              </a:rPr>
              <a:t>HIPAA Compliance</a:t>
            </a:r>
            <a:endParaRPr b="1" lang="en-IN" sz="5400" spc="-1" strike="noStrike" u="sng">
              <a:solidFill>
                <a:srgbClr val="ff0000"/>
              </a:solidFill>
              <a:uFillTx/>
              <a:latin typeface="Arial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 type="subTitle"/>
          </p:nvPr>
        </p:nvSpPr>
        <p:spPr>
          <a:xfrm>
            <a:off x="457200" y="1932480"/>
            <a:ext cx="8229240" cy="2027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IN" sz="2800" spc="-1" strike="noStrike">
                <a:latin typeface="Arial"/>
              </a:rPr>
              <a:t>Ensuring Privacy and Security in Healthcare Data</a:t>
            </a:r>
            <a:endParaRPr b="0" lang="en-IN" sz="2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b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" name="Google Shape;136;p8" descr=""/>
          <p:cNvPicPr/>
          <p:nvPr/>
        </p:nvPicPr>
        <p:blipFill>
          <a:blip r:embed="rId1"/>
          <a:stretch/>
        </p:blipFill>
        <p:spPr>
          <a:xfrm>
            <a:off x="0" y="114480"/>
            <a:ext cx="1794960" cy="537840"/>
          </a:xfrm>
          <a:prstGeom prst="rect">
            <a:avLst/>
          </a:prstGeom>
          <a:ln w="0">
            <a:noFill/>
          </a:ln>
        </p:spPr>
      </p:pic>
      <p:sp>
        <p:nvSpPr>
          <p:cNvPr id="53" name="Google Shape;137;p8"/>
          <p:cNvSpPr/>
          <p:nvPr/>
        </p:nvSpPr>
        <p:spPr>
          <a:xfrm>
            <a:off x="180000" y="1440000"/>
            <a:ext cx="8720640" cy="334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noAutofit/>
          </a:bodyPr>
          <a:p>
            <a:pPr marL="180000" indent="-180000">
              <a:lnSpc>
                <a:spcPct val="115000"/>
              </a:lnSpc>
              <a:buClr>
                <a:srgbClr val="000000"/>
              </a:buClr>
              <a:buFont typeface="Arial"/>
              <a:buChar char="●"/>
              <a:tabLst>
                <a:tab algn="l" pos="408240"/>
              </a:tabLst>
            </a:pPr>
            <a:r>
              <a:rPr b="1" lang="en-US" sz="1400" spc="-1" strike="noStrike">
                <a:solidFill>
                  <a:srgbClr val="000000"/>
                </a:solidFill>
                <a:latin typeface="Arial"/>
                <a:ea typeface="Arial"/>
              </a:rPr>
              <a:t>What is HIPAA</a:t>
            </a: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Arial"/>
              </a:rPr>
              <a:t>?</a:t>
            </a:r>
            <a:endParaRPr b="0" lang="en-IN" sz="1400" spc="-1" strike="noStrike">
              <a:latin typeface="Arial"/>
            </a:endParaRPr>
          </a:p>
          <a:p>
            <a:pPr>
              <a:lnSpc>
                <a:spcPct val="115000"/>
              </a:lnSpc>
              <a:buNone/>
              <a:tabLst>
                <a:tab algn="l" pos="408240"/>
              </a:tabLst>
            </a:pPr>
            <a:endParaRPr b="0" lang="en-IN" sz="1400" spc="-1" strike="noStrike">
              <a:latin typeface="Arial"/>
            </a:endParaRPr>
          </a:p>
          <a:p>
            <a:pPr lvl="1" marL="432000" indent="-216000">
              <a:lnSpc>
                <a:spcPct val="115000"/>
              </a:lnSpc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40824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Arial"/>
              </a:rPr>
              <a:t>    </a:t>
            </a: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Arial"/>
              </a:rPr>
              <a:t>The </a:t>
            </a:r>
            <a:r>
              <a:rPr b="1" lang="en-US" sz="1400" spc="-1" strike="noStrike">
                <a:solidFill>
                  <a:srgbClr val="000000"/>
                </a:solidFill>
                <a:latin typeface="Arial"/>
                <a:ea typeface="Arial"/>
              </a:rPr>
              <a:t>Health Insurance Portability and Accountability Act (HIPAA)</a:t>
            </a: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Arial"/>
              </a:rPr>
              <a:t> is a U.S. law aimed at protecting the privacy and security of health information.</a:t>
            </a:r>
            <a:endParaRPr b="0" lang="en-IN" sz="1400" spc="-1" strike="noStrike">
              <a:latin typeface="Arial"/>
            </a:endParaRPr>
          </a:p>
          <a:p>
            <a:pPr lvl="1" marL="432000" indent="-216000">
              <a:lnSpc>
                <a:spcPct val="115000"/>
              </a:lnSpc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408240"/>
              </a:tabLst>
            </a:pPr>
            <a:endParaRPr b="0" lang="en-IN" sz="1400" spc="-1" strike="noStrike">
              <a:latin typeface="Arial"/>
            </a:endParaRPr>
          </a:p>
          <a:p>
            <a:pPr marL="180000" indent="-180000">
              <a:lnSpc>
                <a:spcPct val="115000"/>
              </a:lnSpc>
              <a:buClr>
                <a:srgbClr val="000000"/>
              </a:buClr>
              <a:buFont typeface="Arial"/>
              <a:buChar char="●"/>
              <a:tabLst>
                <a:tab algn="l" pos="40824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Arial"/>
              </a:rPr>
              <a:t>    </a:t>
            </a: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Arial"/>
              </a:rPr>
              <a:t>Enacted in </a:t>
            </a:r>
            <a:r>
              <a:rPr b="1" lang="en-US" sz="1400" spc="-1" strike="noStrike">
                <a:solidFill>
                  <a:srgbClr val="000000"/>
                </a:solidFill>
                <a:latin typeface="Arial"/>
                <a:ea typeface="Arial"/>
              </a:rPr>
              <a:t>1996</a:t>
            </a: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Arial"/>
              </a:rPr>
              <a:t> to ensure:</a:t>
            </a:r>
            <a:endParaRPr b="0" lang="en-IN" sz="1400" spc="-1" strike="noStrike">
              <a:latin typeface="Arial"/>
            </a:endParaRPr>
          </a:p>
          <a:p>
            <a:pPr lvl="2" marL="648000" indent="-216000">
              <a:lnSpc>
                <a:spcPct val="115000"/>
              </a:lnSpc>
              <a:buClr>
                <a:srgbClr val="000000"/>
              </a:buClr>
              <a:buFont typeface="StarSymbol"/>
              <a:buAutoNum type="arabicParenR"/>
              <a:tabLst>
                <a:tab algn="l" pos="40824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Arial"/>
              </a:rPr>
              <a:t>        </a:t>
            </a:r>
            <a:r>
              <a:rPr b="1" lang="en-US" sz="1400" spc="-1" strike="noStrike">
                <a:solidFill>
                  <a:srgbClr val="000000"/>
                </a:solidFill>
                <a:latin typeface="Arial"/>
                <a:ea typeface="Arial"/>
              </a:rPr>
              <a:t>Confidentiality</a:t>
            </a: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Arial"/>
              </a:rPr>
              <a:t> of healthcare data.</a:t>
            </a:r>
            <a:endParaRPr b="0" lang="en-IN" sz="1400" spc="-1" strike="noStrike">
              <a:latin typeface="Arial"/>
            </a:endParaRPr>
          </a:p>
          <a:p>
            <a:pPr lvl="2" marL="648000" indent="-216000">
              <a:lnSpc>
                <a:spcPct val="115000"/>
              </a:lnSpc>
              <a:buClr>
                <a:srgbClr val="000000"/>
              </a:buClr>
              <a:buFont typeface="StarSymbol"/>
              <a:buAutoNum type="arabicParenR"/>
              <a:tabLst>
                <a:tab algn="l" pos="40824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Arial"/>
              </a:rPr>
              <a:t>      </a:t>
            </a:r>
            <a:r>
              <a:rPr b="1" lang="en-US" sz="1400" spc="-1" strike="noStrike">
                <a:solidFill>
                  <a:srgbClr val="000000"/>
                </a:solidFill>
                <a:latin typeface="Arial"/>
                <a:ea typeface="Arial"/>
              </a:rPr>
              <a:t>  </a:t>
            </a:r>
            <a:r>
              <a:rPr b="1" lang="en-US" sz="1400" spc="-1" strike="noStrike">
                <a:solidFill>
                  <a:srgbClr val="000000"/>
                </a:solidFill>
                <a:latin typeface="Arial"/>
                <a:ea typeface="Arial"/>
              </a:rPr>
              <a:t>Integrity</a:t>
            </a: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Arial"/>
              </a:rPr>
              <a:t> of medical data.</a:t>
            </a:r>
            <a:endParaRPr b="0" lang="en-IN" sz="1400" spc="-1" strike="noStrike">
              <a:latin typeface="Arial"/>
            </a:endParaRPr>
          </a:p>
          <a:p>
            <a:pPr lvl="2" marL="648000" indent="-216000">
              <a:lnSpc>
                <a:spcPct val="115000"/>
              </a:lnSpc>
              <a:buClr>
                <a:srgbClr val="000000"/>
              </a:buClr>
              <a:buFont typeface="StarSymbol"/>
              <a:buAutoNum type="arabicParenR"/>
              <a:tabLst>
                <a:tab algn="l" pos="40824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Arial"/>
              </a:rPr>
              <a:t>        </a:t>
            </a:r>
            <a:r>
              <a:rPr b="1" lang="en-US" sz="1400" spc="-1" strike="noStrike">
                <a:solidFill>
                  <a:srgbClr val="000000"/>
                </a:solidFill>
                <a:latin typeface="Arial"/>
                <a:ea typeface="Arial"/>
              </a:rPr>
              <a:t>Availability</a:t>
            </a: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Arial"/>
              </a:rPr>
              <a:t> to authorized individuals.</a:t>
            </a:r>
            <a:endParaRPr b="0" lang="en-IN" sz="1400" spc="-1" strike="noStrike">
              <a:latin typeface="Arial"/>
            </a:endParaRPr>
          </a:p>
          <a:p>
            <a:pPr marL="180000" indent="-180000">
              <a:lnSpc>
                <a:spcPct val="115000"/>
              </a:lnSpc>
              <a:buClr>
                <a:srgbClr val="000000"/>
              </a:buClr>
              <a:buFont typeface="Arial"/>
              <a:buChar char="●"/>
              <a:tabLst>
                <a:tab algn="l" pos="40824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Arial"/>
              </a:rPr>
              <a:t>    </a:t>
            </a: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Arial"/>
              </a:rPr>
              <a:t>Three key rules:</a:t>
            </a:r>
            <a:endParaRPr b="0" lang="en-IN" sz="1400" spc="-1" strike="noStrike">
              <a:latin typeface="Arial"/>
            </a:endParaRPr>
          </a:p>
          <a:p>
            <a:pPr lvl="2" marL="648000" indent="-216000">
              <a:lnSpc>
                <a:spcPct val="115000"/>
              </a:lnSpc>
              <a:buClr>
                <a:srgbClr val="000000"/>
              </a:buClr>
              <a:buFont typeface="StarSymbol"/>
              <a:buAutoNum type="arabicParenR"/>
              <a:tabLst>
                <a:tab algn="l" pos="40824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Arial"/>
              </a:rPr>
              <a:t>       </a:t>
            </a:r>
            <a:r>
              <a:rPr b="1" lang="en-US" sz="1400" spc="-1" strike="noStrike">
                <a:solidFill>
                  <a:srgbClr val="000000"/>
                </a:solidFill>
                <a:latin typeface="Arial"/>
                <a:ea typeface="Arial"/>
              </a:rPr>
              <a:t> </a:t>
            </a:r>
            <a:r>
              <a:rPr b="1" lang="en-US" sz="1400" spc="-1" strike="noStrike">
                <a:solidFill>
                  <a:srgbClr val="000000"/>
                </a:solidFill>
                <a:latin typeface="Arial"/>
                <a:ea typeface="Arial"/>
              </a:rPr>
              <a:t>Privacy Rule:</a:t>
            </a: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Arial"/>
              </a:rPr>
              <a:t> Protects patient data.</a:t>
            </a:r>
            <a:endParaRPr b="0" lang="en-IN" sz="1400" spc="-1" strike="noStrike">
              <a:latin typeface="Arial"/>
            </a:endParaRPr>
          </a:p>
          <a:p>
            <a:pPr lvl="2" marL="648000" indent="-216000">
              <a:lnSpc>
                <a:spcPct val="115000"/>
              </a:lnSpc>
              <a:buClr>
                <a:srgbClr val="000000"/>
              </a:buClr>
              <a:buFont typeface="StarSymbol"/>
              <a:buAutoNum type="arabicParenR"/>
              <a:tabLst>
                <a:tab algn="l" pos="40824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Arial"/>
              </a:rPr>
              <a:t>        </a:t>
            </a:r>
            <a:r>
              <a:rPr b="1" lang="en-US" sz="1400" spc="-1" strike="noStrike">
                <a:solidFill>
                  <a:srgbClr val="000000"/>
                </a:solidFill>
                <a:latin typeface="Arial"/>
                <a:ea typeface="Arial"/>
              </a:rPr>
              <a:t>Security Rule:</a:t>
            </a: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Arial"/>
              </a:rPr>
              <a:t> Ensures the security of electronic data.</a:t>
            </a:r>
            <a:endParaRPr b="0" lang="en-IN" sz="1400" spc="-1" strike="noStrike">
              <a:latin typeface="Arial"/>
            </a:endParaRPr>
          </a:p>
          <a:p>
            <a:pPr lvl="2" marL="648000" indent="-216000">
              <a:lnSpc>
                <a:spcPct val="115000"/>
              </a:lnSpc>
              <a:buClr>
                <a:srgbClr val="000000"/>
              </a:buClr>
              <a:buFont typeface="StarSymbol"/>
              <a:buAutoNum type="arabicParenR"/>
              <a:tabLst>
                <a:tab algn="l" pos="40824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Arial"/>
              </a:rPr>
              <a:t>       </a:t>
            </a:r>
            <a:r>
              <a:rPr b="1" lang="en-US" sz="1400" spc="-1" strike="noStrike">
                <a:solidFill>
                  <a:srgbClr val="000000"/>
                </a:solidFill>
                <a:latin typeface="Arial"/>
                <a:ea typeface="Arial"/>
              </a:rPr>
              <a:t> </a:t>
            </a:r>
            <a:r>
              <a:rPr b="1" lang="en-US" sz="1400" spc="-1" strike="noStrike">
                <a:solidFill>
                  <a:srgbClr val="000000"/>
                </a:solidFill>
                <a:latin typeface="Arial"/>
                <a:ea typeface="Arial"/>
              </a:rPr>
              <a:t>Breach Notification Rule: </a:t>
            </a: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Arial"/>
              </a:rPr>
              <a:t>Requires reporting of PHI breaches.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54" name="Google Shape;138;p8"/>
          <p:cNvSpPr/>
          <p:nvPr/>
        </p:nvSpPr>
        <p:spPr>
          <a:xfrm>
            <a:off x="6335640" y="114480"/>
            <a:ext cx="2742840" cy="45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999999"/>
                </a:solidFill>
                <a:latin typeface="Comfortaa"/>
                <a:ea typeface="Comfortaa"/>
              </a:rPr>
              <a:t>Scaling Expectations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457560" y="65232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1" lang="en-IN" sz="2200" spc="-1" strike="noStrike">
                <a:solidFill>
                  <a:srgbClr val="ff0000"/>
                </a:solidFill>
                <a:latin typeface="Arial"/>
              </a:rPr>
              <a:t>Introduction to HIPAA</a:t>
            </a:r>
            <a:endParaRPr b="1" lang="en-IN" sz="2200" spc="-1" strike="noStrike">
              <a:solidFill>
                <a:srgbClr val="ff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b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" name="Google Shape;149;g2fd8e4bd645_0_60" descr=""/>
          <p:cNvPicPr/>
          <p:nvPr/>
        </p:nvPicPr>
        <p:blipFill>
          <a:blip r:embed="rId1"/>
          <a:stretch/>
        </p:blipFill>
        <p:spPr>
          <a:xfrm>
            <a:off x="0" y="114480"/>
            <a:ext cx="1794960" cy="537840"/>
          </a:xfrm>
          <a:prstGeom prst="rect">
            <a:avLst/>
          </a:prstGeom>
          <a:ln w="0">
            <a:noFill/>
          </a:ln>
        </p:spPr>
      </p:pic>
      <p:sp>
        <p:nvSpPr>
          <p:cNvPr id="57" name="Google Shape;151;g2fd8e4bd645_0_60"/>
          <p:cNvSpPr/>
          <p:nvPr/>
        </p:nvSpPr>
        <p:spPr>
          <a:xfrm>
            <a:off x="6335640" y="114480"/>
            <a:ext cx="2742840" cy="45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999999"/>
                </a:solidFill>
                <a:latin typeface="Comfortaa"/>
                <a:ea typeface="Comfortaa"/>
              </a:rPr>
              <a:t>Scaling Expectations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58" name="Rectangle 1"/>
          <p:cNvSpPr/>
          <p:nvPr/>
        </p:nvSpPr>
        <p:spPr>
          <a:xfrm>
            <a:off x="180000" y="1432800"/>
            <a:ext cx="8820000" cy="327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anchor="ctr">
            <a:spAutoFit/>
          </a:bodyPr>
          <a:p>
            <a:pPr marL="216000" indent="-216000">
              <a:lnSpc>
                <a:spcPct val="115000"/>
              </a:lnSpc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1" lang="en-US" sz="1400" spc="-1" strike="noStrike">
                <a:solidFill>
                  <a:srgbClr val="000000"/>
                </a:solidFill>
                <a:latin typeface="Arial"/>
                <a:ea typeface="Arial"/>
              </a:rPr>
              <a:t>HIPAA Privacy Rule:</a:t>
            </a:r>
            <a:endParaRPr b="0" lang="en-IN" sz="1400" spc="-1" strike="noStrike">
              <a:latin typeface="Arial"/>
            </a:endParaRPr>
          </a:p>
          <a:p>
            <a:pPr>
              <a:lnSpc>
                <a:spcPct val="115000"/>
              </a:lnSpc>
              <a:buNone/>
              <a:tabLst>
                <a:tab algn="l" pos="0"/>
              </a:tabLst>
            </a:pPr>
            <a:endParaRPr b="0" lang="en-IN" sz="1400" spc="-1" strike="noStrike">
              <a:latin typeface="Arial"/>
            </a:endParaRPr>
          </a:p>
          <a:p>
            <a:pPr lvl="2" marL="648000" indent="-216000">
              <a:lnSpc>
                <a:spcPct val="115000"/>
              </a:lnSpc>
              <a:buClr>
                <a:srgbClr val="000000"/>
              </a:buClr>
              <a:buFont typeface="StarSymbol"/>
              <a:buAutoNum type="arabicPeriod"/>
              <a:tabLst>
                <a:tab algn="l" pos="0"/>
              </a:tabLst>
            </a:pPr>
            <a:r>
              <a:rPr b="1" lang="en-US" sz="1400" spc="-1" strike="noStrike">
                <a:solidFill>
                  <a:srgbClr val="000000"/>
                </a:solidFill>
                <a:latin typeface="Arial"/>
                <a:ea typeface="Arial"/>
              </a:rPr>
              <a:t>    </a:t>
            </a: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Arial"/>
              </a:rPr>
              <a:t>Protection of patient health information (PHI).</a:t>
            </a:r>
            <a:endParaRPr b="0" lang="en-IN" sz="1400" spc="-1" strike="noStrike">
              <a:latin typeface="Arial"/>
            </a:endParaRPr>
          </a:p>
          <a:p>
            <a:pPr lvl="2" marL="648000" indent="-216000">
              <a:lnSpc>
                <a:spcPct val="115000"/>
              </a:lnSpc>
              <a:buClr>
                <a:srgbClr val="000000"/>
              </a:buClr>
              <a:buFont typeface="StarSymbol"/>
              <a:buAutoNum type="arabicPeriod"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Arial"/>
              </a:rPr>
              <a:t>    </a:t>
            </a: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Arial"/>
              </a:rPr>
              <a:t>Restricts disclosure of PHI without patient consent.</a:t>
            </a:r>
            <a:endParaRPr b="0" lang="en-IN" sz="1400" spc="-1" strike="noStrike">
              <a:latin typeface="Arial"/>
            </a:endParaRPr>
          </a:p>
          <a:p>
            <a:pPr>
              <a:lnSpc>
                <a:spcPct val="115000"/>
              </a:lnSpc>
              <a:buNone/>
              <a:tabLst>
                <a:tab algn="l" pos="0"/>
              </a:tabLst>
            </a:pPr>
            <a:endParaRPr b="0" lang="en-IN" sz="1400" spc="-1" strike="noStrike">
              <a:latin typeface="Arial"/>
            </a:endParaRPr>
          </a:p>
          <a:p>
            <a:pPr marL="216000" indent="-216000">
              <a:lnSpc>
                <a:spcPct val="115000"/>
              </a:lnSpc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1" lang="en-US" sz="1400" spc="-1" strike="noStrike">
                <a:solidFill>
                  <a:srgbClr val="000000"/>
                </a:solidFill>
                <a:latin typeface="Arial"/>
                <a:ea typeface="Arial"/>
              </a:rPr>
              <a:t>HIPAA Security Rule:</a:t>
            </a:r>
            <a:endParaRPr b="0" lang="en-IN" sz="1400" spc="-1" strike="noStrike">
              <a:latin typeface="Arial"/>
            </a:endParaRPr>
          </a:p>
          <a:p>
            <a:pPr>
              <a:lnSpc>
                <a:spcPct val="115000"/>
              </a:lnSpc>
              <a:buNone/>
              <a:tabLst>
                <a:tab algn="l" pos="0"/>
              </a:tabLst>
            </a:pPr>
            <a:endParaRPr b="0" lang="en-IN" sz="1400" spc="-1" strike="noStrike">
              <a:latin typeface="Arial"/>
            </a:endParaRPr>
          </a:p>
          <a:p>
            <a:pPr lvl="2" marL="648000" indent="-216000">
              <a:lnSpc>
                <a:spcPct val="115000"/>
              </a:lnSpc>
              <a:buClr>
                <a:srgbClr val="000000"/>
              </a:buClr>
              <a:buFont typeface="StarSymbol"/>
              <a:buAutoNum type="arabicParenR"/>
              <a:tabLst>
                <a:tab algn="l" pos="0"/>
              </a:tabLst>
            </a:pPr>
            <a:r>
              <a:rPr b="1" lang="en-US" sz="1400" spc="-1" strike="noStrike">
                <a:solidFill>
                  <a:srgbClr val="000000"/>
                </a:solidFill>
                <a:latin typeface="Arial"/>
                <a:ea typeface="Arial"/>
              </a:rPr>
              <a:t>    </a:t>
            </a: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Arial"/>
              </a:rPr>
              <a:t>Safeguarding electronic PHI (ePHI).</a:t>
            </a:r>
            <a:endParaRPr b="0" lang="en-IN" sz="1400" spc="-1" strike="noStrike">
              <a:latin typeface="Arial"/>
            </a:endParaRPr>
          </a:p>
          <a:p>
            <a:pPr lvl="2" marL="648000" indent="-216000">
              <a:lnSpc>
                <a:spcPct val="115000"/>
              </a:lnSpc>
              <a:buClr>
                <a:srgbClr val="000000"/>
              </a:buClr>
              <a:buFont typeface="StarSymbol"/>
              <a:buAutoNum type="arabicParenR"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Arial"/>
              </a:rPr>
              <a:t>    </a:t>
            </a: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Arial"/>
              </a:rPr>
              <a:t>Includes administrative, physical, and technical safeguards.</a:t>
            </a:r>
            <a:endParaRPr b="0" lang="en-IN" sz="1400" spc="-1" strike="noStrike">
              <a:latin typeface="Arial"/>
            </a:endParaRPr>
          </a:p>
          <a:p>
            <a:pPr>
              <a:lnSpc>
                <a:spcPct val="115000"/>
              </a:lnSpc>
              <a:buNone/>
              <a:tabLst>
                <a:tab algn="l" pos="0"/>
              </a:tabLst>
            </a:pPr>
            <a:endParaRPr b="0" lang="en-IN" sz="1400" spc="-1" strike="noStrike">
              <a:latin typeface="Arial"/>
            </a:endParaRPr>
          </a:p>
          <a:p>
            <a:pPr marL="216000" indent="-216000">
              <a:lnSpc>
                <a:spcPct val="115000"/>
              </a:lnSpc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1" lang="en-US" sz="1400" spc="-1" strike="noStrike">
                <a:solidFill>
                  <a:srgbClr val="000000"/>
                </a:solidFill>
                <a:latin typeface="Arial"/>
                <a:ea typeface="Arial"/>
              </a:rPr>
              <a:t>HIPAA Breach Notification Rule:</a:t>
            </a:r>
            <a:endParaRPr b="0" lang="en-IN" sz="1400" spc="-1" strike="noStrike">
              <a:latin typeface="Arial"/>
            </a:endParaRPr>
          </a:p>
          <a:p>
            <a:pPr>
              <a:lnSpc>
                <a:spcPct val="115000"/>
              </a:lnSpc>
              <a:buNone/>
              <a:tabLst>
                <a:tab algn="l" pos="0"/>
              </a:tabLst>
            </a:pPr>
            <a:endParaRPr b="0" lang="en-IN" sz="1400" spc="-1" strike="noStrike">
              <a:latin typeface="Arial"/>
            </a:endParaRPr>
          </a:p>
          <a:p>
            <a:pPr lvl="2" marL="648000" indent="-216000">
              <a:lnSpc>
                <a:spcPct val="115000"/>
              </a:lnSpc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1" lang="en-US" sz="1400" spc="-1" strike="noStrike">
                <a:solidFill>
                  <a:srgbClr val="000000"/>
                </a:solidFill>
                <a:latin typeface="Arial"/>
                <a:ea typeface="Arial"/>
              </a:rPr>
              <a:t>    </a:t>
            </a: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Arial"/>
              </a:rPr>
              <a:t>Requirement to notify patients if their data is exposed.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447840" y="5400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1" lang="en-IN" sz="2200" spc="-1" strike="noStrike">
                <a:solidFill>
                  <a:srgbClr val="ff0000"/>
                </a:solidFill>
                <a:latin typeface="Arial"/>
              </a:rPr>
              <a:t>Key Components of HIPAA Compliance</a:t>
            </a:r>
            <a:endParaRPr b="1" lang="en-IN" sz="2200" spc="-1" strike="noStrike">
              <a:solidFill>
                <a:srgbClr val="ff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b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" name="Google Shape;149;g2fd8e4bd645_0_60" descr=""/>
          <p:cNvPicPr/>
          <p:nvPr/>
        </p:nvPicPr>
        <p:blipFill>
          <a:blip r:embed="rId1"/>
          <a:stretch/>
        </p:blipFill>
        <p:spPr>
          <a:xfrm>
            <a:off x="0" y="114480"/>
            <a:ext cx="1794960" cy="537840"/>
          </a:xfrm>
          <a:prstGeom prst="rect">
            <a:avLst/>
          </a:prstGeom>
          <a:ln w="0">
            <a:noFill/>
          </a:ln>
        </p:spPr>
      </p:pic>
      <p:sp>
        <p:nvSpPr>
          <p:cNvPr id="61" name="Google Shape;151;g2fd8e4bd645_0_60"/>
          <p:cNvSpPr/>
          <p:nvPr/>
        </p:nvSpPr>
        <p:spPr>
          <a:xfrm>
            <a:off x="6335640" y="114480"/>
            <a:ext cx="2742840" cy="45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999999"/>
                </a:solidFill>
                <a:latin typeface="Comfortaa"/>
                <a:ea typeface="Comfortaa"/>
              </a:rPr>
              <a:t>Scaling Expectations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62" name="Rectangle 1"/>
          <p:cNvSpPr/>
          <p:nvPr/>
        </p:nvSpPr>
        <p:spPr>
          <a:xfrm>
            <a:off x="179280" y="1979640"/>
            <a:ext cx="9462960" cy="180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anchor="ctr">
            <a:spAutoFit/>
          </a:bodyPr>
          <a:p>
            <a:pPr marL="216000" indent="-216000">
              <a:lnSpc>
                <a:spcPct val="115000"/>
              </a:lnSpc>
              <a:buClr>
                <a:srgbClr val="000000"/>
              </a:buClr>
              <a:buFont typeface="Arial"/>
              <a:buChar char="●"/>
              <a:tabLst>
                <a:tab algn="l" pos="408240"/>
              </a:tabLst>
            </a:pPr>
            <a:r>
              <a:rPr b="1" lang="en-US" sz="1400" spc="-1" strike="noStrike">
                <a:solidFill>
                  <a:srgbClr val="000000"/>
                </a:solidFill>
                <a:latin typeface="Arial"/>
                <a:ea typeface="Arial"/>
              </a:rPr>
              <a:t>Medical software must ensure:</a:t>
            </a:r>
            <a:endParaRPr b="0" lang="en-IN" sz="1400" spc="-1" strike="noStrike">
              <a:latin typeface="Arial"/>
            </a:endParaRPr>
          </a:p>
          <a:p>
            <a:pPr>
              <a:lnSpc>
                <a:spcPct val="115000"/>
              </a:lnSpc>
              <a:buNone/>
              <a:tabLst>
                <a:tab algn="l" pos="408240"/>
              </a:tabLst>
            </a:pPr>
            <a:endParaRPr b="0" lang="en-IN" sz="1400" spc="-1" strike="noStrike">
              <a:latin typeface="Arial"/>
            </a:endParaRPr>
          </a:p>
          <a:p>
            <a:pPr lvl="2" marL="648000" indent="-216000">
              <a:lnSpc>
                <a:spcPct val="115000"/>
              </a:lnSpc>
              <a:buClr>
                <a:srgbClr val="000000"/>
              </a:buClr>
              <a:buFont typeface="StarSymbol"/>
              <a:buAutoNum type="arabicParenR"/>
              <a:tabLst>
                <a:tab algn="l" pos="40824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Arial"/>
              </a:rPr>
              <a:t>    </a:t>
            </a: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Arial"/>
              </a:rPr>
              <a:t>Secure transmission and storage of ePHI.</a:t>
            </a:r>
            <a:endParaRPr b="0" lang="en-IN" sz="1400" spc="-1" strike="noStrike">
              <a:latin typeface="Arial"/>
            </a:endParaRPr>
          </a:p>
          <a:p>
            <a:pPr lvl="2" marL="648000" indent="-216000">
              <a:lnSpc>
                <a:spcPct val="115000"/>
              </a:lnSpc>
              <a:buClr>
                <a:srgbClr val="000000"/>
              </a:buClr>
              <a:buFont typeface="StarSymbol"/>
              <a:buAutoNum type="arabicParenR"/>
              <a:tabLst>
                <a:tab algn="l" pos="40824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Arial"/>
              </a:rPr>
              <a:t>    </a:t>
            </a: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Arial"/>
              </a:rPr>
              <a:t>Access controls for authorized personnel.</a:t>
            </a:r>
            <a:endParaRPr b="0" lang="en-IN" sz="1400" spc="-1" strike="noStrike">
              <a:latin typeface="Arial"/>
            </a:endParaRPr>
          </a:p>
          <a:p>
            <a:pPr lvl="2" marL="648000" indent="-216000">
              <a:lnSpc>
                <a:spcPct val="115000"/>
              </a:lnSpc>
              <a:buClr>
                <a:srgbClr val="000000"/>
              </a:buClr>
              <a:buFont typeface="StarSymbol"/>
              <a:buAutoNum type="arabicParenR"/>
              <a:tabLst>
                <a:tab algn="l" pos="40824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Arial"/>
              </a:rPr>
              <a:t>    </a:t>
            </a: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Arial"/>
              </a:rPr>
              <a:t>Audit trails for tracking access to ePHI.</a:t>
            </a:r>
            <a:endParaRPr b="0" lang="en-IN" sz="1400" spc="-1" strike="noStrike">
              <a:latin typeface="Arial"/>
            </a:endParaRPr>
          </a:p>
          <a:p>
            <a:pPr>
              <a:lnSpc>
                <a:spcPct val="115000"/>
              </a:lnSpc>
              <a:buNone/>
              <a:tabLst>
                <a:tab algn="l" pos="40824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Arial"/>
              </a:rPr>
              <a:t>	</a:t>
            </a:r>
            <a:endParaRPr b="0" lang="en-IN" sz="1400" spc="-1" strike="noStrike">
              <a:latin typeface="Arial"/>
            </a:endParaRPr>
          </a:p>
          <a:p>
            <a:pPr marL="216000" indent="-216000">
              <a:lnSpc>
                <a:spcPct val="115000"/>
              </a:lnSpc>
              <a:buClr>
                <a:srgbClr val="000000"/>
              </a:buClr>
              <a:buFont typeface="Arial"/>
              <a:buChar char="●"/>
              <a:tabLst>
                <a:tab algn="l" pos="40824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Arial"/>
              </a:rPr>
              <a:t>Medical software vendors must sign a </a:t>
            </a:r>
            <a:r>
              <a:rPr b="1" lang="en-US" sz="1400" spc="-1" strike="noStrike">
                <a:solidFill>
                  <a:srgbClr val="000000"/>
                </a:solidFill>
                <a:latin typeface="Arial"/>
                <a:ea typeface="Arial"/>
              </a:rPr>
              <a:t>Business Associate Agreement (BAA)</a:t>
            </a: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Arial"/>
              </a:rPr>
              <a:t> with healthcare providers.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457200" y="5814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1" lang="en-IN" sz="2200" spc="-1" strike="noStrike">
                <a:solidFill>
                  <a:srgbClr val="ff0000"/>
                </a:solidFill>
                <a:latin typeface="Arial"/>
              </a:rPr>
              <a:t>HIPAA's Impact on Medical Software</a:t>
            </a:r>
            <a:endParaRPr b="1" lang="en-IN" sz="2200" spc="-1" strike="noStrike">
              <a:solidFill>
                <a:srgbClr val="ff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b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" name="Google Shape;149;g2fd8e4bd645_0_60" descr=""/>
          <p:cNvPicPr/>
          <p:nvPr/>
        </p:nvPicPr>
        <p:blipFill>
          <a:blip r:embed="rId1"/>
          <a:stretch/>
        </p:blipFill>
        <p:spPr>
          <a:xfrm>
            <a:off x="0" y="114480"/>
            <a:ext cx="1794960" cy="537840"/>
          </a:xfrm>
          <a:prstGeom prst="rect">
            <a:avLst/>
          </a:prstGeom>
          <a:ln w="0">
            <a:noFill/>
          </a:ln>
        </p:spPr>
      </p:pic>
      <p:sp>
        <p:nvSpPr>
          <p:cNvPr id="65" name="Google Shape;151;g2fd8e4bd645_0_60"/>
          <p:cNvSpPr/>
          <p:nvPr/>
        </p:nvSpPr>
        <p:spPr>
          <a:xfrm>
            <a:off x="6335640" y="114480"/>
            <a:ext cx="2742840" cy="45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999999"/>
                </a:solidFill>
                <a:latin typeface="Comfortaa"/>
                <a:ea typeface="Comfortaa"/>
              </a:rPr>
              <a:t>Scaling Expectations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66" name="Rectangle 1"/>
          <p:cNvSpPr/>
          <p:nvPr/>
        </p:nvSpPr>
        <p:spPr>
          <a:xfrm>
            <a:off x="179280" y="1354680"/>
            <a:ext cx="9462960" cy="39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67" name="Rectangle 1"/>
          <p:cNvSpPr/>
          <p:nvPr/>
        </p:nvSpPr>
        <p:spPr>
          <a:xfrm>
            <a:off x="540000" y="1671480"/>
            <a:ext cx="8280000" cy="2538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anchor="ctr">
            <a:spAutoFit/>
          </a:bodyPr>
          <a:p>
            <a:pPr marL="216000" indent="-216000">
              <a:lnSpc>
                <a:spcPct val="115000"/>
              </a:lnSpc>
              <a:buClr>
                <a:srgbClr val="000000"/>
              </a:buClr>
              <a:buFont typeface="Arial"/>
              <a:buChar char="●"/>
              <a:tabLst>
                <a:tab algn="l" pos="408240"/>
              </a:tabLst>
            </a:pPr>
            <a:r>
              <a:rPr b="1" lang="en-IN" sz="1400" spc="-1" strike="noStrike">
                <a:solidFill>
                  <a:srgbClr val="000000"/>
                </a:solidFill>
                <a:latin typeface="Arial"/>
                <a:ea typeface="Arial"/>
              </a:rPr>
              <a:t>Scenario: </a:t>
            </a:r>
            <a:r>
              <a:rPr b="0" lang="en-IN" sz="1400" spc="-1" strike="noStrike">
                <a:solidFill>
                  <a:srgbClr val="000000"/>
                </a:solidFill>
                <a:latin typeface="Arial"/>
                <a:ea typeface="Arial"/>
              </a:rPr>
              <a:t>A doctor uses an EHR system to store patient medical records.</a:t>
            </a:r>
            <a:endParaRPr b="0" lang="en-IN" sz="1400" spc="-1" strike="noStrike">
              <a:latin typeface="Arial"/>
            </a:endParaRPr>
          </a:p>
          <a:p>
            <a:pPr>
              <a:lnSpc>
                <a:spcPct val="115000"/>
              </a:lnSpc>
              <a:buNone/>
              <a:tabLst>
                <a:tab algn="l" pos="408240"/>
              </a:tabLst>
            </a:pPr>
            <a:endParaRPr b="0" lang="en-IN" sz="1400" spc="-1" strike="noStrike">
              <a:latin typeface="Arial"/>
            </a:endParaRPr>
          </a:p>
          <a:p>
            <a:pPr marL="216000" indent="-216000">
              <a:lnSpc>
                <a:spcPct val="115000"/>
              </a:lnSpc>
              <a:buClr>
                <a:srgbClr val="000000"/>
              </a:buClr>
              <a:buFont typeface="Arial"/>
              <a:buChar char="●"/>
              <a:tabLst>
                <a:tab algn="l" pos="408240"/>
              </a:tabLst>
            </a:pPr>
            <a:r>
              <a:rPr b="1" lang="en-IN" sz="1400" spc="-1" strike="noStrike">
                <a:solidFill>
                  <a:srgbClr val="000000"/>
                </a:solidFill>
                <a:latin typeface="Arial"/>
                <a:ea typeface="Arial"/>
              </a:rPr>
              <a:t>HIPAA Requirements:</a:t>
            </a:r>
            <a:endParaRPr b="0" lang="en-IN" sz="1400" spc="-1" strike="noStrike">
              <a:latin typeface="Arial"/>
            </a:endParaRPr>
          </a:p>
          <a:p>
            <a:pPr>
              <a:lnSpc>
                <a:spcPct val="115000"/>
              </a:lnSpc>
              <a:buNone/>
              <a:tabLst>
                <a:tab algn="l" pos="408240"/>
              </a:tabLst>
            </a:pPr>
            <a:endParaRPr b="0" lang="en-IN" sz="1400" spc="-1" strike="noStrike">
              <a:latin typeface="Arial"/>
            </a:endParaRPr>
          </a:p>
          <a:p>
            <a:pPr lvl="1" marL="432000" indent="-216000">
              <a:lnSpc>
                <a:spcPct val="115000"/>
              </a:lnSpc>
              <a:buClr>
                <a:srgbClr val="000000"/>
              </a:buClr>
              <a:buFont typeface="StarSymbol"/>
              <a:buAutoNum type="arabicParenR"/>
              <a:tabLst>
                <a:tab algn="l" pos="408240"/>
              </a:tabLst>
            </a:pPr>
            <a:r>
              <a:rPr b="0" lang="en-IN" sz="1400" spc="-1" strike="noStrike">
                <a:solidFill>
                  <a:srgbClr val="000000"/>
                </a:solidFill>
                <a:latin typeface="Arial"/>
                <a:ea typeface="Arial"/>
              </a:rPr>
              <a:t>    </a:t>
            </a:r>
            <a:r>
              <a:rPr b="0" lang="en-IN" sz="1400" spc="-1" strike="noStrike">
                <a:solidFill>
                  <a:srgbClr val="000000"/>
                </a:solidFill>
                <a:latin typeface="Arial"/>
                <a:ea typeface="Arial"/>
              </a:rPr>
              <a:t>Ensure the software </a:t>
            </a:r>
            <a:r>
              <a:rPr b="1" lang="en-IN" sz="1400" spc="-1" strike="noStrike">
                <a:solidFill>
                  <a:srgbClr val="000000"/>
                </a:solidFill>
                <a:latin typeface="Arial"/>
                <a:ea typeface="Arial"/>
              </a:rPr>
              <a:t>encrypts patient records</a:t>
            </a:r>
            <a:r>
              <a:rPr b="0" lang="en-IN" sz="1400" spc="-1" strike="noStrike">
                <a:solidFill>
                  <a:srgbClr val="000000"/>
                </a:solidFill>
                <a:latin typeface="Arial"/>
                <a:ea typeface="Arial"/>
              </a:rPr>
              <a:t>.</a:t>
            </a:r>
            <a:endParaRPr b="0" lang="en-IN" sz="1400" spc="-1" strike="noStrike">
              <a:latin typeface="Arial"/>
            </a:endParaRPr>
          </a:p>
          <a:p>
            <a:pPr lvl="1" marL="432000" indent="-216000">
              <a:lnSpc>
                <a:spcPct val="115000"/>
              </a:lnSpc>
              <a:buClr>
                <a:srgbClr val="000000"/>
              </a:buClr>
              <a:buFont typeface="StarSymbol"/>
              <a:buAutoNum type="arabicParenR"/>
              <a:tabLst>
                <a:tab algn="l" pos="408240"/>
              </a:tabLst>
            </a:pPr>
            <a:r>
              <a:rPr b="0" lang="en-IN" sz="1400" spc="-1" strike="noStrike">
                <a:solidFill>
                  <a:srgbClr val="000000"/>
                </a:solidFill>
                <a:latin typeface="Arial"/>
                <a:ea typeface="Arial"/>
              </a:rPr>
              <a:t>    </a:t>
            </a:r>
            <a:r>
              <a:rPr b="0" lang="en-IN" sz="1400" spc="-1" strike="noStrike">
                <a:solidFill>
                  <a:srgbClr val="000000"/>
                </a:solidFill>
                <a:latin typeface="Arial"/>
                <a:ea typeface="Arial"/>
              </a:rPr>
              <a:t>Limit access through </a:t>
            </a:r>
            <a:r>
              <a:rPr b="1" lang="en-IN" sz="1400" spc="-1" strike="noStrike">
                <a:solidFill>
                  <a:srgbClr val="000000"/>
                </a:solidFill>
                <a:latin typeface="Arial"/>
                <a:ea typeface="Arial"/>
              </a:rPr>
              <a:t>user authentication</a:t>
            </a:r>
            <a:r>
              <a:rPr b="0" lang="en-IN" sz="1400" spc="-1" strike="noStrike">
                <a:solidFill>
                  <a:srgbClr val="000000"/>
                </a:solidFill>
                <a:latin typeface="Arial"/>
                <a:ea typeface="Arial"/>
              </a:rPr>
              <a:t> (username and password, biometrics).</a:t>
            </a:r>
            <a:endParaRPr b="0" lang="en-IN" sz="1400" spc="-1" strike="noStrike">
              <a:latin typeface="Arial"/>
            </a:endParaRPr>
          </a:p>
          <a:p>
            <a:pPr lvl="1" marL="432000" indent="-216000">
              <a:lnSpc>
                <a:spcPct val="115000"/>
              </a:lnSpc>
              <a:buClr>
                <a:srgbClr val="000000"/>
              </a:buClr>
              <a:buFont typeface="StarSymbol"/>
              <a:buAutoNum type="arabicParenR"/>
              <a:tabLst>
                <a:tab algn="l" pos="408240"/>
              </a:tabLst>
            </a:pPr>
            <a:r>
              <a:rPr b="0" lang="en-IN" sz="1400" spc="-1" strike="noStrike">
                <a:solidFill>
                  <a:srgbClr val="000000"/>
                </a:solidFill>
                <a:latin typeface="Arial"/>
                <a:ea typeface="Arial"/>
              </a:rPr>
              <a:t>    </a:t>
            </a:r>
            <a:r>
              <a:rPr b="0" lang="en-IN" sz="1400" spc="-1" strike="noStrike">
                <a:solidFill>
                  <a:srgbClr val="000000"/>
                </a:solidFill>
                <a:latin typeface="Arial"/>
                <a:ea typeface="Arial"/>
              </a:rPr>
              <a:t>Implement </a:t>
            </a:r>
            <a:r>
              <a:rPr b="1" lang="en-IN" sz="1400" spc="-1" strike="noStrike">
                <a:solidFill>
                  <a:srgbClr val="000000"/>
                </a:solidFill>
                <a:latin typeface="Arial"/>
                <a:ea typeface="Arial"/>
              </a:rPr>
              <a:t>audit trails</a:t>
            </a:r>
            <a:r>
              <a:rPr b="0" lang="en-IN" sz="1400" spc="-1" strike="noStrike">
                <a:solidFill>
                  <a:srgbClr val="000000"/>
                </a:solidFill>
                <a:latin typeface="Arial"/>
                <a:ea typeface="Arial"/>
              </a:rPr>
              <a:t> to monitor who accesses the records.</a:t>
            </a:r>
            <a:endParaRPr b="0" lang="en-IN" sz="1400" spc="-1" strike="noStrike">
              <a:latin typeface="Arial"/>
            </a:endParaRPr>
          </a:p>
          <a:p>
            <a:pPr lvl="1" marL="432000" indent="-216000">
              <a:lnSpc>
                <a:spcPct val="115000"/>
              </a:lnSpc>
              <a:buClr>
                <a:srgbClr val="000000"/>
              </a:buClr>
              <a:buFont typeface="StarSymbol"/>
              <a:buAutoNum type="arabicParenR"/>
              <a:tabLst>
                <a:tab algn="l" pos="408240"/>
              </a:tabLst>
            </a:pPr>
            <a:r>
              <a:rPr b="0" lang="en-IN" sz="1400" spc="-1" strike="noStrike">
                <a:solidFill>
                  <a:srgbClr val="000000"/>
                </a:solidFill>
                <a:latin typeface="Arial"/>
                <a:ea typeface="Arial"/>
              </a:rPr>
              <a:t>    </a:t>
            </a:r>
            <a:r>
              <a:rPr b="0" lang="en-IN" sz="1400" spc="-1" strike="noStrike">
                <a:solidFill>
                  <a:srgbClr val="000000"/>
                </a:solidFill>
                <a:latin typeface="Arial"/>
                <a:ea typeface="Arial"/>
              </a:rPr>
              <a:t>Ensure </a:t>
            </a:r>
            <a:r>
              <a:rPr b="1" lang="en-IN" sz="1400" spc="-1" strike="noStrike">
                <a:solidFill>
                  <a:srgbClr val="000000"/>
                </a:solidFill>
                <a:latin typeface="Arial"/>
                <a:ea typeface="Arial"/>
              </a:rPr>
              <a:t>data backup</a:t>
            </a:r>
            <a:r>
              <a:rPr b="0" lang="en-IN" sz="1400" spc="-1" strike="noStrike">
                <a:solidFill>
                  <a:srgbClr val="000000"/>
                </a:solidFill>
                <a:latin typeface="Arial"/>
                <a:ea typeface="Arial"/>
              </a:rPr>
              <a:t> and </a:t>
            </a:r>
            <a:r>
              <a:rPr b="1" lang="en-IN" sz="1400" spc="-1" strike="noStrike">
                <a:solidFill>
                  <a:srgbClr val="000000"/>
                </a:solidFill>
                <a:latin typeface="Arial"/>
                <a:ea typeface="Arial"/>
              </a:rPr>
              <a:t>disaster recovery</a:t>
            </a:r>
            <a:r>
              <a:rPr b="0" lang="en-IN" sz="1400" spc="-1" strike="noStrike">
                <a:solidFill>
                  <a:srgbClr val="000000"/>
                </a:solidFill>
                <a:latin typeface="Arial"/>
                <a:ea typeface="Arial"/>
              </a:rPr>
              <a:t>.</a:t>
            </a:r>
            <a:endParaRPr b="0" lang="en-IN" sz="1400" spc="-1" strike="noStrike">
              <a:latin typeface="Arial"/>
            </a:endParaRPr>
          </a:p>
          <a:p>
            <a:pPr>
              <a:lnSpc>
                <a:spcPct val="115000"/>
              </a:lnSpc>
              <a:buNone/>
              <a:tabLst>
                <a:tab algn="l" pos="408240"/>
              </a:tabLst>
            </a:pPr>
            <a:endParaRPr b="0" lang="en-IN" sz="1400" spc="-1" strike="noStrike">
              <a:latin typeface="Arial"/>
            </a:endParaRPr>
          </a:p>
          <a:p>
            <a:pPr marL="216000" indent="-216000">
              <a:lnSpc>
                <a:spcPct val="115000"/>
              </a:lnSpc>
              <a:buClr>
                <a:srgbClr val="000000"/>
              </a:buClr>
              <a:buFont typeface="Arial"/>
              <a:buChar char="●"/>
              <a:tabLst>
                <a:tab algn="l" pos="408240"/>
              </a:tabLst>
            </a:pPr>
            <a:r>
              <a:rPr b="1" lang="en-IN" sz="1400" spc="-1" strike="noStrike">
                <a:solidFill>
                  <a:srgbClr val="000000"/>
                </a:solidFill>
                <a:latin typeface="Arial"/>
                <a:ea typeface="Arial"/>
              </a:rPr>
              <a:t>Precaution:</a:t>
            </a:r>
            <a:r>
              <a:rPr b="0" lang="en-IN" sz="1400" spc="-1" strike="noStrike">
                <a:solidFill>
                  <a:srgbClr val="000000"/>
                </a:solidFill>
                <a:latin typeface="Arial"/>
                <a:ea typeface="Arial"/>
              </a:rPr>
              <a:t> Regularly update the software for security weakness.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68" name="PlaceHolder 1"/>
          <p:cNvSpPr>
            <a:spLocks noGrp="1"/>
          </p:cNvSpPr>
          <p:nvPr>
            <p:ph type="title"/>
          </p:nvPr>
        </p:nvSpPr>
        <p:spPr>
          <a:xfrm>
            <a:off x="410760" y="5400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1" lang="en-IN" sz="2200" spc="-1" strike="noStrike">
                <a:solidFill>
                  <a:srgbClr val="ff0000"/>
                </a:solidFill>
                <a:latin typeface="Arial"/>
              </a:rPr>
              <a:t>Use Case 1: Electronic Health Records (EHR)</a:t>
            </a:r>
            <a:endParaRPr b="1" lang="en-IN" sz="2200" spc="-1" strike="noStrike">
              <a:solidFill>
                <a:srgbClr val="ff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b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Google Shape;149;g2fd8e4bd645_0_60" descr=""/>
          <p:cNvPicPr/>
          <p:nvPr/>
        </p:nvPicPr>
        <p:blipFill>
          <a:blip r:embed="rId1"/>
          <a:stretch/>
        </p:blipFill>
        <p:spPr>
          <a:xfrm>
            <a:off x="0" y="114480"/>
            <a:ext cx="1794960" cy="537840"/>
          </a:xfrm>
          <a:prstGeom prst="rect">
            <a:avLst/>
          </a:prstGeom>
          <a:ln w="0">
            <a:noFill/>
          </a:ln>
        </p:spPr>
      </p:pic>
      <p:sp>
        <p:nvSpPr>
          <p:cNvPr id="70" name="Google Shape;150;g2fd8e4bd645_0_60"/>
          <p:cNvSpPr/>
          <p:nvPr/>
        </p:nvSpPr>
        <p:spPr>
          <a:xfrm>
            <a:off x="243000" y="471960"/>
            <a:ext cx="8900640" cy="406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71" name="Google Shape;151;g2fd8e4bd645_0_60"/>
          <p:cNvSpPr/>
          <p:nvPr/>
        </p:nvSpPr>
        <p:spPr>
          <a:xfrm>
            <a:off x="6335640" y="114480"/>
            <a:ext cx="2742840" cy="45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999999"/>
                </a:solidFill>
                <a:latin typeface="Comfortaa"/>
                <a:ea typeface="Comfortaa"/>
              </a:rPr>
              <a:t>Scaling Expectations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72" name="Rectangle 1"/>
          <p:cNvSpPr/>
          <p:nvPr/>
        </p:nvSpPr>
        <p:spPr>
          <a:xfrm>
            <a:off x="179280" y="1354680"/>
            <a:ext cx="9462960" cy="39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73" name="Rectangle 1"/>
          <p:cNvSpPr/>
          <p:nvPr/>
        </p:nvSpPr>
        <p:spPr>
          <a:xfrm>
            <a:off x="243000" y="1992600"/>
            <a:ext cx="8577000" cy="204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anchor="ctr">
            <a:spAutoFit/>
          </a:bodyPr>
          <a:p>
            <a:pPr marL="216000" indent="-216000">
              <a:lnSpc>
                <a:spcPct val="115000"/>
              </a:lnSpc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40824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Arial"/>
              </a:rPr>
              <a:t>    </a:t>
            </a:r>
            <a:r>
              <a:rPr b="1" lang="en-US" sz="1400" spc="-1" strike="noStrike">
                <a:solidFill>
                  <a:srgbClr val="000000"/>
                </a:solidFill>
                <a:latin typeface="Arial"/>
                <a:ea typeface="Arial"/>
              </a:rPr>
              <a:t>Scenario:</a:t>
            </a: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Arial"/>
              </a:rPr>
              <a:t> A telemedicine application is used for remote consultations.</a:t>
            </a:r>
            <a:endParaRPr b="0" lang="en-IN" sz="1400" spc="-1" strike="noStrike">
              <a:latin typeface="Arial"/>
            </a:endParaRPr>
          </a:p>
          <a:p>
            <a:pPr marL="216000" indent="-216000">
              <a:lnSpc>
                <a:spcPct val="115000"/>
              </a:lnSpc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40824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Arial"/>
              </a:rPr>
              <a:t>    </a:t>
            </a:r>
            <a:r>
              <a:rPr b="1" lang="en-US" sz="1400" spc="-1" strike="noStrike">
                <a:solidFill>
                  <a:srgbClr val="000000"/>
                </a:solidFill>
                <a:latin typeface="Arial"/>
                <a:ea typeface="Arial"/>
              </a:rPr>
              <a:t>HIPAA Requirements:</a:t>
            </a:r>
            <a:endParaRPr b="0" lang="en-IN" sz="1400" spc="-1" strike="noStrike">
              <a:latin typeface="Arial"/>
            </a:endParaRPr>
          </a:p>
          <a:p>
            <a:pPr lvl="2" marL="648000" indent="-216000">
              <a:lnSpc>
                <a:spcPct val="115000"/>
              </a:lnSpc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40824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Arial"/>
              </a:rPr>
              <a:t>        </a:t>
            </a:r>
            <a:r>
              <a:rPr b="1" lang="en-US" sz="1400" spc="-1" strike="noStrike">
                <a:solidFill>
                  <a:srgbClr val="000000"/>
                </a:solidFill>
                <a:latin typeface="Arial"/>
                <a:ea typeface="Arial"/>
              </a:rPr>
              <a:t>End-to-end encryption</a:t>
            </a: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Arial"/>
              </a:rPr>
              <a:t> of video calls and communications.</a:t>
            </a:r>
            <a:endParaRPr b="0" lang="en-IN" sz="1400" spc="-1" strike="noStrike">
              <a:latin typeface="Arial"/>
            </a:endParaRPr>
          </a:p>
          <a:p>
            <a:pPr lvl="2" marL="648000" indent="-216000">
              <a:lnSpc>
                <a:spcPct val="115000"/>
              </a:lnSpc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40824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Arial"/>
              </a:rPr>
              <a:t>       </a:t>
            </a:r>
            <a:r>
              <a:rPr b="1" lang="en-US" sz="1400" spc="-1" strike="noStrike">
                <a:solidFill>
                  <a:srgbClr val="000000"/>
                </a:solidFill>
                <a:latin typeface="Arial"/>
                <a:ea typeface="Arial"/>
              </a:rPr>
              <a:t> </a:t>
            </a:r>
            <a:r>
              <a:rPr b="1" lang="en-US" sz="1400" spc="-1" strike="noStrike">
                <a:solidFill>
                  <a:srgbClr val="000000"/>
                </a:solidFill>
                <a:latin typeface="Arial"/>
                <a:ea typeface="Arial"/>
              </a:rPr>
              <a:t>Access controls</a:t>
            </a: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Arial"/>
              </a:rPr>
              <a:t> to prevent unauthorized viewing of sensitive information.</a:t>
            </a:r>
            <a:endParaRPr b="0" lang="en-IN" sz="1400" spc="-1" strike="noStrike">
              <a:latin typeface="Arial"/>
            </a:endParaRPr>
          </a:p>
          <a:p>
            <a:pPr lvl="2" marL="648000" indent="-216000">
              <a:lnSpc>
                <a:spcPct val="115000"/>
              </a:lnSpc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40824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Arial"/>
              </a:rPr>
              <a:t>        </a:t>
            </a: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Arial"/>
              </a:rPr>
              <a:t>Secure transmission of ePHI through compliant cloud servers.</a:t>
            </a:r>
            <a:endParaRPr b="0" lang="en-IN" sz="1400" spc="-1" strike="noStrike">
              <a:latin typeface="Arial"/>
            </a:endParaRPr>
          </a:p>
          <a:p>
            <a:pPr lvl="2" marL="648000" indent="-216000">
              <a:lnSpc>
                <a:spcPct val="115000"/>
              </a:lnSpc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40824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Arial"/>
              </a:rPr>
              <a:t>        </a:t>
            </a: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Arial"/>
              </a:rPr>
              <a:t>Consent management for patients during telehealth sessions.</a:t>
            </a:r>
            <a:endParaRPr b="0" lang="en-IN" sz="1400" spc="-1" strike="noStrike">
              <a:latin typeface="Arial"/>
            </a:endParaRPr>
          </a:p>
          <a:p>
            <a:pPr marL="216000" indent="-216000">
              <a:lnSpc>
                <a:spcPct val="115000"/>
              </a:lnSpc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40824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Arial"/>
              </a:rPr>
              <a:t>    </a:t>
            </a:r>
            <a:r>
              <a:rPr b="1" lang="en-US" sz="1400" spc="-1" strike="noStrike">
                <a:solidFill>
                  <a:srgbClr val="000000"/>
                </a:solidFill>
                <a:latin typeface="Arial"/>
                <a:ea typeface="Arial"/>
              </a:rPr>
              <a:t>Precaution:</a:t>
            </a: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Arial"/>
              </a:rPr>
              <a:t> Verify that the telemedicine platform has </a:t>
            </a:r>
            <a:r>
              <a:rPr b="1" lang="en-US" sz="1400" spc="-1" strike="noStrike">
                <a:solidFill>
                  <a:srgbClr val="000000"/>
                </a:solidFill>
                <a:latin typeface="Arial"/>
                <a:ea typeface="Arial"/>
              </a:rPr>
              <a:t>HIPAA-compliant encryption</a:t>
            </a: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Arial"/>
              </a:rPr>
              <a:t> and </a:t>
            </a:r>
            <a:r>
              <a:rPr b="1" lang="en-US" sz="1400" spc="-1" strike="noStrike">
                <a:solidFill>
                  <a:srgbClr val="000000"/>
                </a:solidFill>
                <a:latin typeface="Arial"/>
                <a:ea typeface="Arial"/>
              </a:rPr>
              <a:t>access management protocols</a:t>
            </a: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Arial"/>
              </a:rPr>
              <a:t>.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74" name="PlaceHolder 1"/>
          <p:cNvSpPr>
            <a:spLocks noGrp="1"/>
          </p:cNvSpPr>
          <p:nvPr>
            <p:ph type="title"/>
          </p:nvPr>
        </p:nvSpPr>
        <p:spPr>
          <a:xfrm>
            <a:off x="540000" y="65232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1" lang="en-IN" sz="2200" spc="-1" strike="noStrike">
                <a:solidFill>
                  <a:srgbClr val="ff0000"/>
                </a:solidFill>
                <a:latin typeface="Arial"/>
              </a:rPr>
              <a:t> </a:t>
            </a:r>
            <a:r>
              <a:rPr b="1" lang="en-IN" sz="2200" spc="-1" strike="noStrike">
                <a:solidFill>
                  <a:srgbClr val="ff0000"/>
                </a:solidFill>
                <a:latin typeface="Arial"/>
              </a:rPr>
              <a:t>Use Case 2: Telemedicine Platforms</a:t>
            </a:r>
            <a:endParaRPr b="1" lang="en-IN" sz="2200" spc="-1" strike="noStrike">
              <a:solidFill>
                <a:srgbClr val="ff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b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" name="Google Shape;149;g2fd8e4bd645_0_60" descr=""/>
          <p:cNvPicPr/>
          <p:nvPr/>
        </p:nvPicPr>
        <p:blipFill>
          <a:blip r:embed="rId1"/>
          <a:stretch/>
        </p:blipFill>
        <p:spPr>
          <a:xfrm>
            <a:off x="0" y="114480"/>
            <a:ext cx="1794960" cy="537840"/>
          </a:xfrm>
          <a:prstGeom prst="rect">
            <a:avLst/>
          </a:prstGeom>
          <a:ln w="0">
            <a:noFill/>
          </a:ln>
        </p:spPr>
      </p:pic>
      <p:sp>
        <p:nvSpPr>
          <p:cNvPr id="76" name="Google Shape;150;g2fd8e4bd645_0_60"/>
          <p:cNvSpPr/>
          <p:nvPr/>
        </p:nvSpPr>
        <p:spPr>
          <a:xfrm>
            <a:off x="180000" y="1800000"/>
            <a:ext cx="8900640" cy="3240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noAutofit/>
          </a:bodyPr>
          <a:p>
            <a:pPr marL="216000" indent="-216000">
              <a:lnSpc>
                <a:spcPct val="115000"/>
              </a:lnSpc>
              <a:buClr>
                <a:srgbClr val="000000"/>
              </a:buClr>
              <a:buFont typeface="Arial"/>
              <a:buChar char="●"/>
              <a:tabLst>
                <a:tab algn="l" pos="408240"/>
              </a:tabLst>
            </a:pPr>
            <a:r>
              <a:rPr b="1" lang="en-IN" sz="1200" spc="-1" strike="noStrike">
                <a:solidFill>
                  <a:srgbClr val="000000"/>
                </a:solidFill>
                <a:latin typeface="Arial"/>
                <a:ea typeface="Arial"/>
              </a:rPr>
              <a:t>Scenario:</a:t>
            </a:r>
            <a:r>
              <a:rPr b="0" lang="en-IN" sz="1200" spc="-1" strike="noStrike">
                <a:solidFill>
                  <a:srgbClr val="000000"/>
                </a:solidFill>
                <a:latin typeface="Arial"/>
                <a:ea typeface="Arial"/>
              </a:rPr>
              <a:t> A fitness tracking app that integrates with healthcare data for monitoring chronic conditions.</a:t>
            </a:r>
            <a:endParaRPr b="0" lang="en-IN" sz="1200" spc="-1" strike="noStrike">
              <a:latin typeface="Arial"/>
            </a:endParaRPr>
          </a:p>
          <a:p>
            <a:pPr marL="216000" indent="-216000">
              <a:lnSpc>
                <a:spcPct val="115000"/>
              </a:lnSpc>
              <a:buClr>
                <a:srgbClr val="000000"/>
              </a:buClr>
              <a:buFont typeface="Arial"/>
              <a:buChar char="●"/>
              <a:tabLst>
                <a:tab algn="l" pos="408240"/>
              </a:tabLst>
            </a:pPr>
            <a:endParaRPr b="0" lang="en-IN" sz="1200" spc="-1" strike="noStrike">
              <a:latin typeface="Arial"/>
            </a:endParaRPr>
          </a:p>
          <a:p>
            <a:pPr marL="216000" indent="-216000">
              <a:lnSpc>
                <a:spcPct val="115000"/>
              </a:lnSpc>
              <a:buClr>
                <a:srgbClr val="000000"/>
              </a:buClr>
              <a:buFont typeface="Arial"/>
              <a:buChar char="●"/>
              <a:tabLst>
                <a:tab algn="l" pos="408240"/>
              </a:tabLst>
            </a:pPr>
            <a:r>
              <a:rPr b="1" lang="en-IN" sz="1200" spc="-1" strike="noStrike">
                <a:solidFill>
                  <a:srgbClr val="000000"/>
                </a:solidFill>
                <a:latin typeface="Arial"/>
                <a:ea typeface="Arial"/>
              </a:rPr>
              <a:t>HIPAA Requirements:</a:t>
            </a:r>
            <a:endParaRPr b="0" lang="en-IN" sz="1200" spc="-1" strike="noStrike">
              <a:latin typeface="Arial"/>
            </a:endParaRPr>
          </a:p>
          <a:p>
            <a:pPr>
              <a:lnSpc>
                <a:spcPct val="115000"/>
              </a:lnSpc>
              <a:buNone/>
              <a:tabLst>
                <a:tab algn="l" pos="408240"/>
              </a:tabLst>
            </a:pPr>
            <a:endParaRPr b="0" lang="en-IN" sz="1200" spc="-1" strike="noStrike">
              <a:latin typeface="Arial"/>
            </a:endParaRPr>
          </a:p>
          <a:p>
            <a:pPr lvl="1" marL="432000" indent="-216000">
              <a:lnSpc>
                <a:spcPct val="115000"/>
              </a:lnSpc>
              <a:buClr>
                <a:srgbClr val="000000"/>
              </a:buClr>
              <a:buFont typeface="StarSymbol"/>
              <a:buAutoNum type="arabicParenR"/>
              <a:tabLst>
                <a:tab algn="l" pos="408240"/>
              </a:tabLst>
            </a:pPr>
            <a:r>
              <a:rPr b="0" lang="en-IN" sz="1200" spc="-1" strike="noStrike">
                <a:solidFill>
                  <a:srgbClr val="000000"/>
                </a:solidFill>
                <a:latin typeface="Arial"/>
                <a:ea typeface="Arial"/>
              </a:rPr>
              <a:t>    </a:t>
            </a:r>
            <a:r>
              <a:rPr b="0" lang="en-IN" sz="1200" spc="-1" strike="noStrike">
                <a:solidFill>
                  <a:srgbClr val="000000"/>
                </a:solidFill>
                <a:latin typeface="Arial"/>
                <a:ea typeface="Arial"/>
              </a:rPr>
              <a:t>Ensure that data </a:t>
            </a:r>
            <a:r>
              <a:rPr b="1" lang="en-IN" sz="1200" spc="-1" strike="noStrike">
                <a:solidFill>
                  <a:srgbClr val="000000"/>
                </a:solidFill>
                <a:latin typeface="Arial"/>
                <a:ea typeface="Arial"/>
              </a:rPr>
              <a:t>collected via mobile devices</a:t>
            </a:r>
            <a:r>
              <a:rPr b="0" lang="en-IN" sz="1200" spc="-1" strike="noStrike">
                <a:solidFill>
                  <a:srgbClr val="000000"/>
                </a:solidFill>
                <a:latin typeface="Arial"/>
                <a:ea typeface="Arial"/>
              </a:rPr>
              <a:t> is transmitted and stored securely.</a:t>
            </a:r>
            <a:endParaRPr b="0" lang="en-IN" sz="1200" spc="-1" strike="noStrike">
              <a:latin typeface="Arial"/>
            </a:endParaRPr>
          </a:p>
          <a:p>
            <a:pPr lvl="1" marL="432000" indent="-216000">
              <a:lnSpc>
                <a:spcPct val="115000"/>
              </a:lnSpc>
              <a:buClr>
                <a:srgbClr val="000000"/>
              </a:buClr>
              <a:buFont typeface="StarSymbol"/>
              <a:buAutoNum type="arabicParenR"/>
              <a:tabLst>
                <a:tab algn="l" pos="408240"/>
              </a:tabLst>
            </a:pPr>
            <a:r>
              <a:rPr b="0" lang="en-IN" sz="1200" spc="-1" strike="noStrike">
                <a:solidFill>
                  <a:srgbClr val="000000"/>
                </a:solidFill>
                <a:latin typeface="Arial"/>
                <a:ea typeface="Arial"/>
              </a:rPr>
              <a:t>    </a:t>
            </a:r>
            <a:r>
              <a:rPr b="0" lang="en-IN" sz="1200" spc="-1" strike="noStrike">
                <a:solidFill>
                  <a:srgbClr val="000000"/>
                </a:solidFill>
                <a:latin typeface="Arial"/>
                <a:ea typeface="Arial"/>
              </a:rPr>
              <a:t>Allow patients to manage </a:t>
            </a:r>
            <a:r>
              <a:rPr b="1" lang="en-IN" sz="1200" spc="-1" strike="noStrike">
                <a:solidFill>
                  <a:srgbClr val="000000"/>
                </a:solidFill>
                <a:latin typeface="Arial"/>
                <a:ea typeface="Arial"/>
              </a:rPr>
              <a:t>privacy settings</a:t>
            </a:r>
            <a:r>
              <a:rPr b="0" lang="en-IN" sz="1200" spc="-1" strike="noStrike">
                <a:solidFill>
                  <a:srgbClr val="000000"/>
                </a:solidFill>
                <a:latin typeface="Arial"/>
                <a:ea typeface="Arial"/>
              </a:rPr>
              <a:t> for their personal health data.</a:t>
            </a:r>
            <a:endParaRPr b="0" lang="en-IN" sz="1200" spc="-1" strike="noStrike">
              <a:latin typeface="Arial"/>
            </a:endParaRPr>
          </a:p>
          <a:p>
            <a:pPr lvl="1" marL="432000" indent="-216000">
              <a:lnSpc>
                <a:spcPct val="115000"/>
              </a:lnSpc>
              <a:buClr>
                <a:srgbClr val="000000"/>
              </a:buClr>
              <a:buFont typeface="StarSymbol"/>
              <a:buAutoNum type="arabicParenR"/>
              <a:tabLst>
                <a:tab algn="l" pos="408240"/>
              </a:tabLst>
            </a:pPr>
            <a:r>
              <a:rPr b="0" lang="en-IN" sz="1200" spc="-1" strike="noStrike">
                <a:solidFill>
                  <a:srgbClr val="000000"/>
                </a:solidFill>
                <a:latin typeface="Arial"/>
                <a:ea typeface="Arial"/>
              </a:rPr>
              <a:t>    </a:t>
            </a:r>
            <a:r>
              <a:rPr b="0" lang="en-IN" sz="1200" spc="-1" strike="noStrike">
                <a:solidFill>
                  <a:srgbClr val="000000"/>
                </a:solidFill>
                <a:latin typeface="Arial"/>
                <a:ea typeface="Arial"/>
              </a:rPr>
              <a:t>Implement strong </a:t>
            </a:r>
            <a:r>
              <a:rPr b="1" lang="en-IN" sz="1200" spc="-1" strike="noStrike">
                <a:solidFill>
                  <a:srgbClr val="000000"/>
                </a:solidFill>
                <a:latin typeface="Arial"/>
                <a:ea typeface="Arial"/>
              </a:rPr>
              <a:t>user authentication</a:t>
            </a:r>
            <a:r>
              <a:rPr b="0" lang="en-IN" sz="1200" spc="-1" strike="noStrike">
                <a:solidFill>
                  <a:srgbClr val="000000"/>
                </a:solidFill>
                <a:latin typeface="Arial"/>
                <a:ea typeface="Arial"/>
              </a:rPr>
              <a:t> for access to sensitive data.</a:t>
            </a:r>
            <a:endParaRPr b="0" lang="en-IN" sz="1200" spc="-1" strike="noStrike">
              <a:latin typeface="Arial"/>
            </a:endParaRPr>
          </a:p>
          <a:p>
            <a:pPr lvl="1" marL="432000" indent="-216000">
              <a:lnSpc>
                <a:spcPct val="115000"/>
              </a:lnSpc>
              <a:buClr>
                <a:srgbClr val="000000"/>
              </a:buClr>
              <a:buFont typeface="StarSymbol"/>
              <a:buAutoNum type="arabicParenR"/>
              <a:tabLst>
                <a:tab algn="l" pos="408240"/>
              </a:tabLst>
            </a:pPr>
            <a:r>
              <a:rPr b="0" lang="en-IN" sz="1200" spc="-1" strike="noStrike">
                <a:solidFill>
                  <a:srgbClr val="000000"/>
                </a:solidFill>
                <a:latin typeface="Arial"/>
                <a:ea typeface="Arial"/>
              </a:rPr>
              <a:t>    </a:t>
            </a:r>
            <a:r>
              <a:rPr b="0" lang="en-IN" sz="1200" spc="-1" strike="noStrike">
                <a:solidFill>
                  <a:srgbClr val="000000"/>
                </a:solidFill>
                <a:latin typeface="Arial"/>
                <a:ea typeface="Arial"/>
              </a:rPr>
              <a:t>Only share data with authorized individuals (healthcare providers) under clear </a:t>
            </a:r>
            <a:r>
              <a:rPr b="1" lang="en-IN" sz="1200" spc="-1" strike="noStrike">
                <a:solidFill>
                  <a:srgbClr val="000000"/>
                </a:solidFill>
                <a:latin typeface="Arial"/>
                <a:ea typeface="Arial"/>
              </a:rPr>
              <a:t>patient consent</a:t>
            </a:r>
            <a:r>
              <a:rPr b="0" lang="en-IN" sz="1200" spc="-1" strike="noStrike">
                <a:solidFill>
                  <a:srgbClr val="000000"/>
                </a:solidFill>
                <a:latin typeface="Arial"/>
                <a:ea typeface="Arial"/>
              </a:rPr>
              <a:t>.</a:t>
            </a:r>
            <a:endParaRPr b="0" lang="en-IN" sz="1200" spc="-1" strike="noStrike">
              <a:latin typeface="Arial"/>
            </a:endParaRPr>
          </a:p>
          <a:p>
            <a:pPr>
              <a:lnSpc>
                <a:spcPct val="115000"/>
              </a:lnSpc>
              <a:buNone/>
              <a:tabLst>
                <a:tab algn="l" pos="408240"/>
              </a:tabLst>
            </a:pPr>
            <a:endParaRPr b="0" lang="en-IN" sz="1200" spc="-1" strike="noStrike">
              <a:latin typeface="Arial"/>
            </a:endParaRPr>
          </a:p>
          <a:p>
            <a:pPr marL="216000" indent="-216000">
              <a:lnSpc>
                <a:spcPct val="115000"/>
              </a:lnSpc>
              <a:buClr>
                <a:srgbClr val="000000"/>
              </a:buClr>
              <a:buFont typeface="Arial"/>
              <a:buChar char="●"/>
              <a:tabLst>
                <a:tab algn="l" pos="408240"/>
              </a:tabLst>
            </a:pPr>
            <a:r>
              <a:rPr b="1" lang="en-IN" sz="1200" spc="-1" strike="noStrike">
                <a:solidFill>
                  <a:srgbClr val="000000"/>
                </a:solidFill>
                <a:latin typeface="Arial"/>
                <a:ea typeface="Arial"/>
              </a:rPr>
              <a:t>Precaution: Encrypt</a:t>
            </a:r>
            <a:r>
              <a:rPr b="0" lang="en-IN" sz="1200" spc="-1" strike="noStrike">
                <a:solidFill>
                  <a:srgbClr val="000000"/>
                </a:solidFill>
                <a:latin typeface="Arial"/>
                <a:ea typeface="Arial"/>
              </a:rPr>
              <a:t> all data in transit and ensure the app does not store ePHI unless absolutely necessary.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77" name="Google Shape;151;g2fd8e4bd645_0_60"/>
          <p:cNvSpPr/>
          <p:nvPr/>
        </p:nvSpPr>
        <p:spPr>
          <a:xfrm>
            <a:off x="6335640" y="114480"/>
            <a:ext cx="2742840" cy="45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999999"/>
                </a:solidFill>
                <a:latin typeface="Comfortaa"/>
                <a:ea typeface="Comfortaa"/>
              </a:rPr>
              <a:t>Scaling Expectations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78" name="Rectangle 1"/>
          <p:cNvSpPr/>
          <p:nvPr/>
        </p:nvSpPr>
        <p:spPr>
          <a:xfrm>
            <a:off x="179280" y="1354680"/>
            <a:ext cx="9462960" cy="39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49608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1" lang="en-IN" sz="2200" spc="-1" strike="noStrike">
                <a:solidFill>
                  <a:srgbClr val="ff0000"/>
                </a:solidFill>
                <a:latin typeface="Arial"/>
              </a:rPr>
              <a:t>Use Case 3: Mobile Health Apps</a:t>
            </a:r>
            <a:endParaRPr b="1" lang="en-IN" sz="2200" spc="-1" strike="noStrike">
              <a:solidFill>
                <a:srgbClr val="ff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b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" name="Google Shape;149;g2fd8e4bd645_0_60" descr=""/>
          <p:cNvPicPr/>
          <p:nvPr/>
        </p:nvPicPr>
        <p:blipFill>
          <a:blip r:embed="rId1"/>
          <a:stretch/>
        </p:blipFill>
        <p:spPr>
          <a:xfrm>
            <a:off x="0" y="114480"/>
            <a:ext cx="1794960" cy="537840"/>
          </a:xfrm>
          <a:prstGeom prst="rect">
            <a:avLst/>
          </a:prstGeom>
          <a:ln w="0">
            <a:noFill/>
          </a:ln>
        </p:spPr>
      </p:pic>
      <p:sp>
        <p:nvSpPr>
          <p:cNvPr id="81" name="Google Shape;150;g2fd8e4bd645_0_60"/>
          <p:cNvSpPr/>
          <p:nvPr/>
        </p:nvSpPr>
        <p:spPr>
          <a:xfrm>
            <a:off x="243000" y="1620000"/>
            <a:ext cx="8577000" cy="3060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noAutofit/>
          </a:bodyPr>
          <a:p>
            <a:pPr marL="216000" indent="-216000">
              <a:lnSpc>
                <a:spcPct val="115000"/>
              </a:lnSpc>
              <a:buClr>
                <a:srgbClr val="000000"/>
              </a:buClr>
              <a:buFont typeface="Arial"/>
              <a:buChar char="●"/>
              <a:tabLst>
                <a:tab algn="l" pos="408240"/>
              </a:tabLst>
            </a:pPr>
            <a:r>
              <a:rPr b="1" lang="en-IN" sz="1000" spc="-1" strike="noStrike">
                <a:solidFill>
                  <a:srgbClr val="000000"/>
                </a:solidFill>
                <a:latin typeface="Arial"/>
                <a:ea typeface="Arial"/>
              </a:rPr>
              <a:t>Administrative Safeguards: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15000"/>
              </a:lnSpc>
              <a:buNone/>
              <a:tabLst>
                <a:tab algn="l" pos="408240"/>
              </a:tabLst>
            </a:pPr>
            <a:endParaRPr b="0" lang="en-IN" sz="1000" spc="-1" strike="noStrike">
              <a:latin typeface="Arial"/>
            </a:endParaRPr>
          </a:p>
          <a:p>
            <a:pPr lvl="1" marL="432000" indent="-216000">
              <a:lnSpc>
                <a:spcPct val="115000"/>
              </a:lnSpc>
              <a:buClr>
                <a:srgbClr val="000000"/>
              </a:buClr>
              <a:buFont typeface="StarSymbol"/>
              <a:buAutoNum type="arabicParenR"/>
              <a:tabLst>
                <a:tab algn="l" pos="408240"/>
              </a:tabLst>
            </a:pPr>
            <a:r>
              <a:rPr b="0" lang="en-IN" sz="1000" spc="-1" strike="noStrike">
                <a:solidFill>
                  <a:srgbClr val="000000"/>
                </a:solidFill>
                <a:latin typeface="Arial"/>
                <a:ea typeface="Arial"/>
              </a:rPr>
              <a:t>    </a:t>
            </a:r>
            <a:r>
              <a:rPr b="0" lang="en-IN" sz="1000" spc="-1" strike="noStrike">
                <a:solidFill>
                  <a:srgbClr val="000000"/>
                </a:solidFill>
                <a:latin typeface="Arial"/>
                <a:ea typeface="Arial"/>
              </a:rPr>
              <a:t>Designate a </a:t>
            </a:r>
            <a:r>
              <a:rPr b="1" lang="en-IN" sz="1000" spc="-1" strike="noStrike">
                <a:solidFill>
                  <a:srgbClr val="000000"/>
                </a:solidFill>
                <a:latin typeface="Arial"/>
                <a:ea typeface="Arial"/>
              </a:rPr>
              <a:t>HIPAA Compliance Office</a:t>
            </a:r>
            <a:r>
              <a:rPr b="0" lang="en-IN" sz="1000" spc="-1" strike="noStrike">
                <a:solidFill>
                  <a:srgbClr val="000000"/>
                </a:solidFill>
                <a:latin typeface="Arial"/>
                <a:ea typeface="Arial"/>
              </a:rPr>
              <a:t>r.</a:t>
            </a:r>
            <a:endParaRPr b="0" lang="en-IN" sz="1000" spc="-1" strike="noStrike">
              <a:latin typeface="Arial"/>
            </a:endParaRPr>
          </a:p>
          <a:p>
            <a:pPr lvl="1" marL="432000" indent="-216000">
              <a:lnSpc>
                <a:spcPct val="115000"/>
              </a:lnSpc>
              <a:buClr>
                <a:srgbClr val="000000"/>
              </a:buClr>
              <a:buFont typeface="StarSymbol"/>
              <a:buAutoNum type="arabicParenR"/>
              <a:tabLst>
                <a:tab algn="l" pos="408240"/>
              </a:tabLst>
            </a:pPr>
            <a:r>
              <a:rPr b="0" lang="en-IN" sz="1000" spc="-1" strike="noStrike">
                <a:solidFill>
                  <a:srgbClr val="000000"/>
                </a:solidFill>
                <a:latin typeface="Arial"/>
                <a:ea typeface="Arial"/>
              </a:rPr>
              <a:t>    </a:t>
            </a:r>
            <a:r>
              <a:rPr b="0" lang="en-IN" sz="1000" spc="-1" strike="noStrike">
                <a:solidFill>
                  <a:srgbClr val="000000"/>
                </a:solidFill>
                <a:latin typeface="Arial"/>
                <a:ea typeface="Arial"/>
              </a:rPr>
              <a:t>Conduct regular </a:t>
            </a:r>
            <a:r>
              <a:rPr b="1" lang="en-IN" sz="1000" spc="-1" strike="noStrike">
                <a:solidFill>
                  <a:srgbClr val="000000"/>
                </a:solidFill>
                <a:latin typeface="Arial"/>
                <a:ea typeface="Arial"/>
              </a:rPr>
              <a:t>risk assessments</a:t>
            </a:r>
            <a:r>
              <a:rPr b="0" lang="en-IN" sz="1000" spc="-1" strike="noStrike">
                <a:solidFill>
                  <a:srgbClr val="000000"/>
                </a:solidFill>
                <a:latin typeface="Arial"/>
                <a:ea typeface="Arial"/>
              </a:rPr>
              <a:t>.</a:t>
            </a:r>
            <a:endParaRPr b="0" lang="en-IN" sz="1000" spc="-1" strike="noStrike">
              <a:latin typeface="Arial"/>
            </a:endParaRPr>
          </a:p>
          <a:p>
            <a:pPr lvl="1" marL="432000" indent="-216000">
              <a:lnSpc>
                <a:spcPct val="115000"/>
              </a:lnSpc>
              <a:buClr>
                <a:srgbClr val="000000"/>
              </a:buClr>
              <a:buFont typeface="StarSymbol"/>
              <a:buAutoNum type="arabicParenR"/>
              <a:tabLst>
                <a:tab algn="l" pos="408240"/>
              </a:tabLst>
            </a:pPr>
            <a:r>
              <a:rPr b="0" lang="en-IN" sz="1000" spc="-1" strike="noStrike">
                <a:solidFill>
                  <a:srgbClr val="000000"/>
                </a:solidFill>
                <a:latin typeface="Arial"/>
                <a:ea typeface="Arial"/>
              </a:rPr>
              <a:t>    </a:t>
            </a:r>
            <a:r>
              <a:rPr b="0" lang="en-IN" sz="1000" spc="-1" strike="noStrike">
                <a:solidFill>
                  <a:srgbClr val="000000"/>
                </a:solidFill>
                <a:latin typeface="Arial"/>
                <a:ea typeface="Arial"/>
              </a:rPr>
              <a:t>Implement comprehensive </a:t>
            </a:r>
            <a:r>
              <a:rPr b="1" lang="en-IN" sz="1000" spc="-1" strike="noStrike">
                <a:solidFill>
                  <a:srgbClr val="000000"/>
                </a:solidFill>
                <a:latin typeface="Arial"/>
                <a:ea typeface="Arial"/>
              </a:rPr>
              <a:t>staff training</a:t>
            </a:r>
            <a:r>
              <a:rPr b="0" lang="en-IN" sz="1000" spc="-1" strike="noStrike">
                <a:solidFill>
                  <a:srgbClr val="000000"/>
                </a:solidFill>
                <a:latin typeface="Arial"/>
                <a:ea typeface="Arial"/>
              </a:rPr>
              <a:t> on HIPAA compliance.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15000"/>
              </a:lnSpc>
              <a:buNone/>
              <a:tabLst>
                <a:tab algn="l" pos="408240"/>
              </a:tabLst>
            </a:pPr>
            <a:endParaRPr b="0" lang="en-IN" sz="1000" spc="-1" strike="noStrike">
              <a:latin typeface="Arial"/>
            </a:endParaRPr>
          </a:p>
          <a:p>
            <a:pPr marL="216000" indent="-216000">
              <a:lnSpc>
                <a:spcPct val="115000"/>
              </a:lnSpc>
              <a:buClr>
                <a:srgbClr val="000000"/>
              </a:buClr>
              <a:buFont typeface="Arial"/>
              <a:buChar char="●"/>
              <a:tabLst>
                <a:tab algn="l" pos="408240"/>
              </a:tabLst>
            </a:pPr>
            <a:r>
              <a:rPr b="1" lang="en-IN" sz="1000" spc="-1" strike="noStrike">
                <a:solidFill>
                  <a:srgbClr val="000000"/>
                </a:solidFill>
                <a:latin typeface="Arial"/>
                <a:ea typeface="Arial"/>
              </a:rPr>
              <a:t>Physical Safeguards: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15000"/>
              </a:lnSpc>
              <a:buNone/>
              <a:tabLst>
                <a:tab algn="l" pos="408240"/>
              </a:tabLst>
            </a:pPr>
            <a:endParaRPr b="0" lang="en-IN" sz="1000" spc="-1" strike="noStrike">
              <a:latin typeface="Arial"/>
            </a:endParaRPr>
          </a:p>
          <a:p>
            <a:pPr lvl="1" marL="432000" indent="-216000">
              <a:lnSpc>
                <a:spcPct val="115000"/>
              </a:lnSpc>
              <a:buClr>
                <a:srgbClr val="000000"/>
              </a:buClr>
              <a:buFont typeface="StarSymbol"/>
              <a:buAutoNum type="arabicParenR"/>
              <a:tabLst>
                <a:tab algn="l" pos="408240"/>
              </a:tabLst>
            </a:pPr>
            <a:r>
              <a:rPr b="0" lang="en-IN" sz="1000" spc="-1" strike="noStrike">
                <a:solidFill>
                  <a:srgbClr val="000000"/>
                </a:solidFill>
                <a:latin typeface="Arial"/>
                <a:ea typeface="Arial"/>
              </a:rPr>
              <a:t>    </a:t>
            </a:r>
            <a:r>
              <a:rPr b="0" lang="en-IN" sz="1000" spc="-1" strike="noStrike">
                <a:solidFill>
                  <a:srgbClr val="000000"/>
                </a:solidFill>
                <a:latin typeface="Arial"/>
                <a:ea typeface="Arial"/>
              </a:rPr>
              <a:t>Limit physical access to systems storing ePHI.</a:t>
            </a:r>
            <a:endParaRPr b="0" lang="en-IN" sz="1000" spc="-1" strike="noStrike">
              <a:latin typeface="Arial"/>
            </a:endParaRPr>
          </a:p>
          <a:p>
            <a:pPr lvl="1" marL="432000" indent="-216000">
              <a:lnSpc>
                <a:spcPct val="115000"/>
              </a:lnSpc>
              <a:buClr>
                <a:srgbClr val="000000"/>
              </a:buClr>
              <a:buFont typeface="StarSymbol"/>
              <a:buAutoNum type="arabicParenR"/>
              <a:tabLst>
                <a:tab algn="l" pos="408240"/>
              </a:tabLst>
            </a:pPr>
            <a:r>
              <a:rPr b="0" lang="en-IN" sz="1000" spc="-1" strike="noStrike">
                <a:solidFill>
                  <a:srgbClr val="000000"/>
                </a:solidFill>
                <a:latin typeface="Arial"/>
                <a:ea typeface="Arial"/>
              </a:rPr>
              <a:t>    </a:t>
            </a:r>
            <a:r>
              <a:rPr b="0" lang="en-IN" sz="1000" spc="-1" strike="noStrike">
                <a:solidFill>
                  <a:srgbClr val="000000"/>
                </a:solidFill>
                <a:latin typeface="Arial"/>
                <a:ea typeface="Arial"/>
              </a:rPr>
              <a:t>Protect workstations and mobile devices with </a:t>
            </a:r>
            <a:r>
              <a:rPr b="1" lang="en-IN" sz="1000" spc="-1" strike="noStrike">
                <a:solidFill>
                  <a:srgbClr val="000000"/>
                </a:solidFill>
                <a:latin typeface="Arial"/>
                <a:ea typeface="Arial"/>
              </a:rPr>
              <a:t>physical security</a:t>
            </a:r>
            <a:r>
              <a:rPr b="0" lang="en-IN" sz="1000" spc="-1" strike="noStrike">
                <a:solidFill>
                  <a:srgbClr val="000000"/>
                </a:solidFill>
                <a:latin typeface="Arial"/>
                <a:ea typeface="Arial"/>
              </a:rPr>
              <a:t> (e.g., locked cabinets, secured servers).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15000"/>
              </a:lnSpc>
              <a:buNone/>
              <a:tabLst>
                <a:tab algn="l" pos="408240"/>
              </a:tabLst>
            </a:pPr>
            <a:endParaRPr b="0" lang="en-IN" sz="1000" spc="-1" strike="noStrike">
              <a:latin typeface="Arial"/>
            </a:endParaRPr>
          </a:p>
          <a:p>
            <a:pPr marL="216000" indent="-216000">
              <a:lnSpc>
                <a:spcPct val="115000"/>
              </a:lnSpc>
              <a:buClr>
                <a:srgbClr val="000000"/>
              </a:buClr>
              <a:buFont typeface="Arial"/>
              <a:buChar char="●"/>
              <a:tabLst>
                <a:tab algn="l" pos="408240"/>
              </a:tabLst>
            </a:pPr>
            <a:r>
              <a:rPr b="1" lang="en-IN" sz="1000" spc="-1" strike="noStrike">
                <a:solidFill>
                  <a:srgbClr val="000000"/>
                </a:solidFill>
                <a:latin typeface="Arial"/>
                <a:ea typeface="Arial"/>
              </a:rPr>
              <a:t>Technical Safeguards: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15000"/>
              </a:lnSpc>
              <a:buNone/>
              <a:tabLst>
                <a:tab algn="l" pos="408240"/>
              </a:tabLst>
            </a:pPr>
            <a:endParaRPr b="0" lang="en-IN" sz="1000" spc="-1" strike="noStrike">
              <a:latin typeface="Arial"/>
            </a:endParaRPr>
          </a:p>
          <a:p>
            <a:pPr lvl="1" marL="432000" indent="-216000">
              <a:lnSpc>
                <a:spcPct val="115000"/>
              </a:lnSpc>
              <a:buClr>
                <a:srgbClr val="000000"/>
              </a:buClr>
              <a:buFont typeface="StarSymbol"/>
              <a:buAutoNum type="arabicParenR"/>
              <a:tabLst>
                <a:tab algn="l" pos="408240"/>
              </a:tabLst>
            </a:pPr>
            <a:r>
              <a:rPr b="0" lang="en-IN" sz="1000" spc="-1" strike="noStrike">
                <a:solidFill>
                  <a:srgbClr val="000000"/>
                </a:solidFill>
                <a:latin typeface="Arial"/>
                <a:ea typeface="Arial"/>
              </a:rPr>
              <a:t>    </a:t>
            </a:r>
            <a:r>
              <a:rPr b="0" lang="en-IN" sz="1000" spc="-1" strike="noStrike">
                <a:solidFill>
                  <a:srgbClr val="000000"/>
                </a:solidFill>
                <a:latin typeface="Arial"/>
                <a:ea typeface="Arial"/>
              </a:rPr>
              <a:t>Use </a:t>
            </a:r>
            <a:r>
              <a:rPr b="1" lang="en-IN" sz="1000" spc="-1" strike="noStrike">
                <a:solidFill>
                  <a:srgbClr val="000000"/>
                </a:solidFill>
                <a:latin typeface="Arial"/>
                <a:ea typeface="Arial"/>
              </a:rPr>
              <a:t>data encryption</a:t>
            </a:r>
            <a:r>
              <a:rPr b="0" lang="en-IN" sz="1000" spc="-1" strike="noStrike">
                <a:solidFill>
                  <a:srgbClr val="000000"/>
                </a:solidFill>
                <a:latin typeface="Arial"/>
                <a:ea typeface="Arial"/>
              </a:rPr>
              <a:t> both in storage and during transmission.</a:t>
            </a:r>
            <a:endParaRPr b="0" lang="en-IN" sz="1000" spc="-1" strike="noStrike">
              <a:latin typeface="Arial"/>
            </a:endParaRPr>
          </a:p>
          <a:p>
            <a:pPr lvl="1" marL="432000" indent="-216000">
              <a:lnSpc>
                <a:spcPct val="115000"/>
              </a:lnSpc>
              <a:buClr>
                <a:srgbClr val="000000"/>
              </a:buClr>
              <a:buFont typeface="StarSymbol"/>
              <a:buAutoNum type="arabicParenR"/>
              <a:tabLst>
                <a:tab algn="l" pos="408240"/>
              </a:tabLst>
            </a:pPr>
            <a:r>
              <a:rPr b="0" lang="en-IN" sz="1000" spc="-1" strike="noStrike">
                <a:solidFill>
                  <a:srgbClr val="000000"/>
                </a:solidFill>
                <a:latin typeface="Arial"/>
                <a:ea typeface="Arial"/>
              </a:rPr>
              <a:t>    </a:t>
            </a:r>
            <a:r>
              <a:rPr b="0" lang="en-IN" sz="1000" spc="-1" strike="noStrike">
                <a:solidFill>
                  <a:srgbClr val="000000"/>
                </a:solidFill>
                <a:latin typeface="Arial"/>
                <a:ea typeface="Arial"/>
              </a:rPr>
              <a:t>Implement </a:t>
            </a:r>
            <a:r>
              <a:rPr b="1" lang="en-IN" sz="1000" spc="-1" strike="noStrike">
                <a:solidFill>
                  <a:srgbClr val="000000"/>
                </a:solidFill>
                <a:latin typeface="Arial"/>
                <a:ea typeface="Arial"/>
              </a:rPr>
              <a:t>multi-factor authentication</a:t>
            </a:r>
            <a:r>
              <a:rPr b="0" lang="en-IN" sz="1000" spc="-1" strike="noStrike">
                <a:solidFill>
                  <a:srgbClr val="000000"/>
                </a:solidFill>
                <a:latin typeface="Arial"/>
                <a:ea typeface="Arial"/>
              </a:rPr>
              <a:t> (MFA) for user login.</a:t>
            </a:r>
            <a:endParaRPr b="0" lang="en-IN" sz="1000" spc="-1" strike="noStrike">
              <a:latin typeface="Arial"/>
            </a:endParaRPr>
          </a:p>
          <a:p>
            <a:pPr lvl="1" marL="432000" indent="-216000">
              <a:lnSpc>
                <a:spcPct val="115000"/>
              </a:lnSpc>
              <a:buClr>
                <a:srgbClr val="000000"/>
              </a:buClr>
              <a:buFont typeface="StarSymbol"/>
              <a:buAutoNum type="arabicParenR"/>
              <a:tabLst>
                <a:tab algn="l" pos="408240"/>
              </a:tabLst>
            </a:pPr>
            <a:r>
              <a:rPr b="0" lang="en-IN" sz="1000" spc="-1" strike="noStrike">
                <a:solidFill>
                  <a:srgbClr val="000000"/>
                </a:solidFill>
                <a:latin typeface="Arial"/>
                <a:ea typeface="Arial"/>
              </a:rPr>
              <a:t>    </a:t>
            </a:r>
            <a:r>
              <a:rPr b="0" lang="en-IN" sz="1000" spc="-1" strike="noStrike">
                <a:solidFill>
                  <a:srgbClr val="000000"/>
                </a:solidFill>
                <a:latin typeface="Arial"/>
                <a:ea typeface="Arial"/>
              </a:rPr>
              <a:t>Conduct </a:t>
            </a:r>
            <a:r>
              <a:rPr b="1" lang="en-IN" sz="1000" spc="-1" strike="noStrike">
                <a:solidFill>
                  <a:srgbClr val="000000"/>
                </a:solidFill>
                <a:latin typeface="Arial"/>
                <a:ea typeface="Arial"/>
              </a:rPr>
              <a:t>regular security audits</a:t>
            </a:r>
            <a:r>
              <a:rPr b="0" lang="en-IN" sz="1000" spc="-1" strike="noStrike">
                <a:solidFill>
                  <a:srgbClr val="000000"/>
                </a:solidFill>
                <a:latin typeface="Arial"/>
                <a:ea typeface="Arial"/>
              </a:rPr>
              <a:t> and ensure robust </a:t>
            </a:r>
            <a:r>
              <a:rPr b="1" lang="en-IN" sz="1000" spc="-1" strike="noStrike">
                <a:solidFill>
                  <a:srgbClr val="000000"/>
                </a:solidFill>
                <a:latin typeface="Arial"/>
                <a:ea typeface="Arial"/>
              </a:rPr>
              <a:t>firewall protection</a:t>
            </a:r>
            <a:r>
              <a:rPr b="0" lang="en-IN" sz="1000" spc="-1" strike="noStrike">
                <a:solidFill>
                  <a:srgbClr val="000000"/>
                </a:solidFill>
                <a:latin typeface="Arial"/>
                <a:ea typeface="Arial"/>
              </a:rPr>
              <a:t>.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82" name="Google Shape;151;g2fd8e4bd645_0_60"/>
          <p:cNvSpPr/>
          <p:nvPr/>
        </p:nvSpPr>
        <p:spPr>
          <a:xfrm>
            <a:off x="6335640" y="114480"/>
            <a:ext cx="2742840" cy="45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999999"/>
                </a:solidFill>
                <a:latin typeface="Comfortaa"/>
                <a:ea typeface="Comfortaa"/>
              </a:rPr>
              <a:t>Scaling Expectations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83" name="PlaceHolder 1"/>
          <p:cNvSpPr>
            <a:spLocks noGrp="1"/>
          </p:cNvSpPr>
          <p:nvPr>
            <p:ph type="title"/>
          </p:nvPr>
        </p:nvSpPr>
        <p:spPr>
          <a:xfrm>
            <a:off x="457200" y="57276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1" lang="en-IN" sz="2200" spc="-1" strike="noStrike">
                <a:solidFill>
                  <a:srgbClr val="ff0000"/>
                </a:solidFill>
                <a:latin typeface="Arial"/>
              </a:rPr>
              <a:t>Key HIPAA Security Requirements for Medical Software</a:t>
            </a:r>
            <a:endParaRPr b="1" lang="en-IN" sz="2200" spc="-1" strike="noStrike">
              <a:solidFill>
                <a:srgbClr val="ff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b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149;g2fd8e4bd645_0_60" descr=""/>
          <p:cNvPicPr/>
          <p:nvPr/>
        </p:nvPicPr>
        <p:blipFill>
          <a:blip r:embed="rId1"/>
          <a:stretch/>
        </p:blipFill>
        <p:spPr>
          <a:xfrm>
            <a:off x="0" y="114480"/>
            <a:ext cx="1794960" cy="537840"/>
          </a:xfrm>
          <a:prstGeom prst="rect">
            <a:avLst/>
          </a:prstGeom>
          <a:ln w="0">
            <a:noFill/>
          </a:ln>
        </p:spPr>
      </p:pic>
      <p:sp>
        <p:nvSpPr>
          <p:cNvPr id="85" name="Google Shape;150;g2fd8e4bd645_0_60"/>
          <p:cNvSpPr/>
          <p:nvPr/>
        </p:nvSpPr>
        <p:spPr>
          <a:xfrm>
            <a:off x="180000" y="1620000"/>
            <a:ext cx="8900640" cy="346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noAutofit/>
          </a:bodyPr>
          <a:p>
            <a:pPr marL="216000" indent="-216000">
              <a:lnSpc>
                <a:spcPct val="115000"/>
              </a:lnSpc>
              <a:buClr>
                <a:srgbClr val="000000"/>
              </a:buClr>
              <a:buFont typeface="Arial"/>
              <a:buChar char="●"/>
              <a:tabLst>
                <a:tab algn="l" pos="408240"/>
              </a:tabLst>
            </a:pPr>
            <a:r>
              <a:rPr b="1" lang="en-US" sz="1400" spc="-1" strike="noStrike">
                <a:solidFill>
                  <a:srgbClr val="000000"/>
                </a:solidFill>
                <a:latin typeface="Arial"/>
                <a:ea typeface="Arial"/>
              </a:rPr>
              <a:t>Encryption:</a:t>
            </a: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Arial"/>
              </a:rPr>
              <a:t> Encrypt sensitive patient data in both </a:t>
            </a:r>
            <a:r>
              <a:rPr b="1" lang="en-US" sz="1400" spc="-1" strike="noStrike">
                <a:solidFill>
                  <a:srgbClr val="000000"/>
                </a:solidFill>
                <a:latin typeface="Arial"/>
                <a:ea typeface="Arial"/>
              </a:rPr>
              <a:t>transit</a:t>
            </a: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Arial"/>
              </a:rPr>
              <a:t> (when sent over the internet) and </a:t>
            </a:r>
            <a:r>
              <a:rPr b="1" lang="en-US" sz="1400" spc="-1" strike="noStrike">
                <a:solidFill>
                  <a:srgbClr val="000000"/>
                </a:solidFill>
                <a:latin typeface="Arial"/>
                <a:ea typeface="Arial"/>
              </a:rPr>
              <a:t>at rest</a:t>
            </a: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Arial"/>
              </a:rPr>
              <a:t> (when stored in databases).</a:t>
            </a:r>
            <a:endParaRPr b="0" lang="en-IN" sz="1400" spc="-1" strike="noStrike">
              <a:latin typeface="Arial"/>
            </a:endParaRPr>
          </a:p>
          <a:p>
            <a:pPr marL="216000" indent="-216000">
              <a:lnSpc>
                <a:spcPct val="115000"/>
              </a:lnSpc>
              <a:buClr>
                <a:srgbClr val="000000"/>
              </a:buClr>
              <a:buFont typeface="Arial"/>
              <a:buChar char="●"/>
              <a:tabLst>
                <a:tab algn="l" pos="408240"/>
              </a:tabLst>
            </a:pPr>
            <a:r>
              <a:rPr b="1" lang="en-US" sz="1400" spc="-1" strike="noStrike">
                <a:solidFill>
                  <a:srgbClr val="000000"/>
                </a:solidFill>
                <a:latin typeface="Arial"/>
                <a:ea typeface="Arial"/>
              </a:rPr>
              <a:t>Secure Protocols:</a:t>
            </a:r>
            <a:endParaRPr b="0" lang="en-IN" sz="1400" spc="-1" strike="noStrike">
              <a:latin typeface="Arial"/>
            </a:endParaRPr>
          </a:p>
          <a:p>
            <a:pPr>
              <a:lnSpc>
                <a:spcPct val="115000"/>
              </a:lnSpc>
              <a:buNone/>
              <a:tabLst>
                <a:tab algn="l" pos="408240"/>
              </a:tabLst>
            </a:pPr>
            <a:endParaRPr b="0" lang="en-IN" sz="1400" spc="-1" strike="noStrike">
              <a:latin typeface="Arial"/>
            </a:endParaRPr>
          </a:p>
          <a:p>
            <a:pPr lvl="1" marL="432000" indent="-216000">
              <a:lnSpc>
                <a:spcPct val="115000"/>
              </a:lnSpc>
              <a:buClr>
                <a:srgbClr val="000000"/>
              </a:buClr>
              <a:buFont typeface="StarSymbol"/>
              <a:buAutoNum type="arabicParenR"/>
              <a:tabLst>
                <a:tab algn="l" pos="40824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Arial"/>
              </a:rPr>
              <a:t>    </a:t>
            </a: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Arial"/>
              </a:rPr>
              <a:t>Use </a:t>
            </a:r>
            <a:r>
              <a:rPr b="1" lang="en-US" sz="1400" spc="-1" strike="noStrike">
                <a:solidFill>
                  <a:srgbClr val="000000"/>
                </a:solidFill>
                <a:latin typeface="Arial"/>
                <a:ea typeface="Arial"/>
              </a:rPr>
              <a:t>SSL/TLS</a:t>
            </a: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Arial"/>
              </a:rPr>
              <a:t> for secure data transmission.</a:t>
            </a:r>
            <a:endParaRPr b="0" lang="en-IN" sz="1400" spc="-1" strike="noStrike">
              <a:latin typeface="Arial"/>
            </a:endParaRPr>
          </a:p>
          <a:p>
            <a:pPr lvl="1" marL="432000" indent="-216000">
              <a:lnSpc>
                <a:spcPct val="115000"/>
              </a:lnSpc>
              <a:buClr>
                <a:srgbClr val="000000"/>
              </a:buClr>
              <a:buFont typeface="StarSymbol"/>
              <a:buAutoNum type="arabicParenR"/>
              <a:tabLst>
                <a:tab algn="l" pos="40824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Arial"/>
              </a:rPr>
              <a:t>    </a:t>
            </a:r>
            <a:r>
              <a:rPr b="1" lang="en-US" sz="1400" spc="-1" strike="noStrike">
                <a:solidFill>
                  <a:srgbClr val="000000"/>
                </a:solidFill>
                <a:latin typeface="Arial"/>
                <a:ea typeface="Arial"/>
              </a:rPr>
              <a:t>AES (Advanced Encryption Standard)</a:t>
            </a: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Arial"/>
              </a:rPr>
              <a:t> for encrypting sensitive files.</a:t>
            </a:r>
            <a:endParaRPr b="0" lang="en-IN" sz="1400" spc="-1" strike="noStrike">
              <a:latin typeface="Arial"/>
            </a:endParaRPr>
          </a:p>
          <a:p>
            <a:pPr>
              <a:lnSpc>
                <a:spcPct val="115000"/>
              </a:lnSpc>
              <a:buNone/>
              <a:tabLst>
                <a:tab algn="l" pos="408240"/>
              </a:tabLst>
            </a:pPr>
            <a:endParaRPr b="0" lang="en-IN" sz="1400" spc="-1" strike="noStrike">
              <a:latin typeface="Arial"/>
            </a:endParaRPr>
          </a:p>
          <a:p>
            <a:pPr marL="216000" indent="-216000">
              <a:lnSpc>
                <a:spcPct val="115000"/>
              </a:lnSpc>
              <a:buClr>
                <a:srgbClr val="000000"/>
              </a:buClr>
              <a:buFont typeface="Arial"/>
              <a:buChar char="●"/>
              <a:tabLst>
                <a:tab algn="l" pos="408240"/>
              </a:tabLst>
            </a:pPr>
            <a:r>
              <a:rPr b="1" lang="en-US" sz="1400" spc="-1" strike="noStrike">
                <a:solidFill>
                  <a:srgbClr val="000000"/>
                </a:solidFill>
                <a:latin typeface="Arial"/>
                <a:ea typeface="Arial"/>
              </a:rPr>
              <a:t>Precaution:</a:t>
            </a: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Arial"/>
              </a:rPr>
              <a:t> Ensure the software </a:t>
            </a:r>
            <a:r>
              <a:rPr b="1" lang="en-US" sz="1400" spc="-1" strike="noStrike">
                <a:solidFill>
                  <a:srgbClr val="000000"/>
                </a:solidFill>
                <a:latin typeface="Arial"/>
                <a:ea typeface="Arial"/>
              </a:rPr>
              <a:t>supports end-to-end encryption</a:t>
            </a: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Arial"/>
              </a:rPr>
              <a:t> for both storage and transmission of ePHI.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86" name="Google Shape;151;g2fd8e4bd645_0_60"/>
          <p:cNvSpPr/>
          <p:nvPr/>
        </p:nvSpPr>
        <p:spPr>
          <a:xfrm>
            <a:off x="6335640" y="114480"/>
            <a:ext cx="2742840" cy="45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999999"/>
                </a:solidFill>
                <a:latin typeface="Comfortaa"/>
                <a:ea typeface="Comfortaa"/>
              </a:rPr>
              <a:t>Scaling Expectations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10760" y="5400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1" lang="en-IN" sz="2200" spc="-1" strike="noStrike">
                <a:solidFill>
                  <a:srgbClr val="ff0000"/>
                </a:solidFill>
                <a:latin typeface="Arial"/>
              </a:rPr>
              <a:t>Data Encryption and Security Protocols</a:t>
            </a:r>
            <a:endParaRPr b="1" lang="en-IN" sz="2200" spc="-1" strike="noStrike">
              <a:solidFill>
                <a:srgbClr val="ff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b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" name="Google Shape;149;g2fd8e4bd645_0_60" descr=""/>
          <p:cNvPicPr/>
          <p:nvPr/>
        </p:nvPicPr>
        <p:blipFill>
          <a:blip r:embed="rId1"/>
          <a:stretch/>
        </p:blipFill>
        <p:spPr>
          <a:xfrm>
            <a:off x="0" y="114480"/>
            <a:ext cx="1794960" cy="537840"/>
          </a:xfrm>
          <a:prstGeom prst="rect">
            <a:avLst/>
          </a:prstGeom>
          <a:ln w="0">
            <a:noFill/>
          </a:ln>
        </p:spPr>
      </p:pic>
      <p:sp>
        <p:nvSpPr>
          <p:cNvPr id="89" name="Google Shape;150;g2fd8e4bd645_0_60"/>
          <p:cNvSpPr/>
          <p:nvPr/>
        </p:nvSpPr>
        <p:spPr>
          <a:xfrm>
            <a:off x="243000" y="1620000"/>
            <a:ext cx="8900640" cy="303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noAutofit/>
          </a:bodyPr>
          <a:p>
            <a:pPr marL="216000" indent="-216000">
              <a:lnSpc>
                <a:spcPct val="115000"/>
              </a:lnSpc>
              <a:buClr>
                <a:srgbClr val="000000"/>
              </a:buClr>
              <a:buFont typeface="Arial"/>
              <a:buChar char="●"/>
              <a:tabLst>
                <a:tab algn="l" pos="408240"/>
              </a:tabLst>
            </a:pPr>
            <a:r>
              <a:rPr b="1" lang="en-IN" sz="1400" spc="-1" strike="noStrike">
                <a:solidFill>
                  <a:srgbClr val="000000"/>
                </a:solidFill>
                <a:latin typeface="Arial"/>
                <a:ea typeface="Arial"/>
              </a:rPr>
              <a:t>What is a BAA?</a:t>
            </a:r>
            <a:endParaRPr b="0" lang="en-IN" sz="1400" spc="-1" strike="noStrike">
              <a:latin typeface="Arial"/>
            </a:endParaRPr>
          </a:p>
          <a:p>
            <a:pPr>
              <a:lnSpc>
                <a:spcPct val="115000"/>
              </a:lnSpc>
              <a:buNone/>
              <a:tabLst>
                <a:tab algn="l" pos="408240"/>
              </a:tabLst>
            </a:pPr>
            <a:endParaRPr b="0" lang="en-IN" sz="1400" spc="-1" strike="noStrike">
              <a:latin typeface="Arial"/>
            </a:endParaRPr>
          </a:p>
          <a:p>
            <a:pPr lvl="1" marL="432000" indent="-216000">
              <a:lnSpc>
                <a:spcPct val="115000"/>
              </a:lnSpc>
              <a:buClr>
                <a:srgbClr val="000000"/>
              </a:buClr>
              <a:buFont typeface="StarSymbol"/>
              <a:buAutoNum type="arabicParenR"/>
              <a:tabLst>
                <a:tab algn="l" pos="408240"/>
              </a:tabLst>
            </a:pPr>
            <a:r>
              <a:rPr b="0" lang="en-IN" sz="1400" spc="-1" strike="noStrike">
                <a:solidFill>
                  <a:srgbClr val="000000"/>
                </a:solidFill>
                <a:latin typeface="Arial"/>
                <a:ea typeface="Arial"/>
              </a:rPr>
              <a:t>    </a:t>
            </a:r>
            <a:r>
              <a:rPr b="0" lang="en-IN" sz="1400" spc="-1" strike="noStrike">
                <a:solidFill>
                  <a:srgbClr val="000000"/>
                </a:solidFill>
                <a:latin typeface="Arial"/>
                <a:ea typeface="Arial"/>
              </a:rPr>
              <a:t>A legal agreement between a healthcare provider and a third-party vendor (e.g., a software company).</a:t>
            </a:r>
            <a:endParaRPr b="0" lang="en-IN" sz="1400" spc="-1" strike="noStrike">
              <a:latin typeface="Arial"/>
            </a:endParaRPr>
          </a:p>
          <a:p>
            <a:pPr lvl="1" marL="432000" indent="-216000">
              <a:lnSpc>
                <a:spcPct val="115000"/>
              </a:lnSpc>
              <a:buClr>
                <a:srgbClr val="000000"/>
              </a:buClr>
              <a:buFont typeface="StarSymbol"/>
              <a:buAutoNum type="arabicParenR"/>
              <a:tabLst>
                <a:tab algn="l" pos="408240"/>
              </a:tabLst>
            </a:pPr>
            <a:r>
              <a:rPr b="0" lang="en-IN" sz="1400" spc="-1" strike="noStrike">
                <a:solidFill>
                  <a:srgbClr val="000000"/>
                </a:solidFill>
                <a:latin typeface="Arial"/>
                <a:ea typeface="Arial"/>
              </a:rPr>
              <a:t>    </a:t>
            </a:r>
            <a:r>
              <a:rPr b="0" lang="en-IN" sz="1400" spc="-1" strike="noStrike">
                <a:solidFill>
                  <a:srgbClr val="000000"/>
                </a:solidFill>
                <a:latin typeface="Arial"/>
                <a:ea typeface="Arial"/>
              </a:rPr>
              <a:t>Ensures that third parties comply with HIPAA’s security and privacy requirements when handling ePHI.</a:t>
            </a:r>
            <a:endParaRPr b="0" lang="en-IN" sz="1400" spc="-1" strike="noStrike">
              <a:latin typeface="Arial"/>
            </a:endParaRPr>
          </a:p>
          <a:p>
            <a:pPr>
              <a:lnSpc>
                <a:spcPct val="115000"/>
              </a:lnSpc>
              <a:buNone/>
              <a:tabLst>
                <a:tab algn="l" pos="408240"/>
              </a:tabLst>
            </a:pPr>
            <a:endParaRPr b="0" lang="en-IN" sz="1400" spc="-1" strike="noStrike">
              <a:latin typeface="Arial"/>
            </a:endParaRPr>
          </a:p>
          <a:p>
            <a:pPr marL="216000" indent="-216000">
              <a:lnSpc>
                <a:spcPct val="115000"/>
              </a:lnSpc>
              <a:buClr>
                <a:srgbClr val="000000"/>
              </a:buClr>
              <a:buFont typeface="Arial"/>
              <a:buChar char="●"/>
              <a:tabLst>
                <a:tab algn="l" pos="408240"/>
              </a:tabLst>
            </a:pPr>
            <a:r>
              <a:rPr b="1" lang="en-IN" sz="1400" spc="-1" strike="noStrike">
                <a:solidFill>
                  <a:srgbClr val="000000"/>
                </a:solidFill>
                <a:latin typeface="Arial"/>
                <a:ea typeface="Arial"/>
              </a:rPr>
              <a:t>Precaution: Always sign a BAA</a:t>
            </a:r>
            <a:r>
              <a:rPr b="0" lang="en-IN" sz="1400" spc="-1" strike="noStrike">
                <a:solidFill>
                  <a:srgbClr val="000000"/>
                </a:solidFill>
                <a:latin typeface="Arial"/>
                <a:ea typeface="Arial"/>
              </a:rPr>
              <a:t> before providing access to patient data to third-party vendors.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90" name="Google Shape;151;g2fd8e4bd645_0_60"/>
          <p:cNvSpPr/>
          <p:nvPr/>
        </p:nvSpPr>
        <p:spPr>
          <a:xfrm>
            <a:off x="6335640" y="114480"/>
            <a:ext cx="2742840" cy="45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999999"/>
                </a:solidFill>
                <a:latin typeface="Comfortaa"/>
                <a:ea typeface="Comfortaa"/>
              </a:rPr>
              <a:t>Scaling Expectations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91" name="PlaceHolder 1"/>
          <p:cNvSpPr>
            <a:spLocks noGrp="1"/>
          </p:cNvSpPr>
          <p:nvPr>
            <p:ph type="title"/>
          </p:nvPr>
        </p:nvSpPr>
        <p:spPr>
          <a:xfrm>
            <a:off x="457200" y="5400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1" lang="en-IN" sz="2200" spc="-1" strike="noStrike">
                <a:solidFill>
                  <a:srgbClr val="ff0000"/>
                </a:solidFill>
                <a:latin typeface="Arial"/>
              </a:rPr>
              <a:t>The Role of Business Associate Agreements (BAA)</a:t>
            </a:r>
            <a:endParaRPr b="1" lang="en-IN" sz="2200" spc="-1" strike="noStrike">
              <a:solidFill>
                <a:srgbClr val="ff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b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Google Shape;149;g2fd8e4bd645_0_60" descr=""/>
          <p:cNvPicPr/>
          <p:nvPr/>
        </p:nvPicPr>
        <p:blipFill>
          <a:blip r:embed="rId1"/>
          <a:stretch/>
        </p:blipFill>
        <p:spPr>
          <a:xfrm>
            <a:off x="0" y="114480"/>
            <a:ext cx="1794960" cy="537840"/>
          </a:xfrm>
          <a:prstGeom prst="rect">
            <a:avLst/>
          </a:prstGeom>
          <a:ln w="0">
            <a:noFill/>
          </a:ln>
        </p:spPr>
      </p:pic>
      <p:sp>
        <p:nvSpPr>
          <p:cNvPr id="93" name="Google Shape;150;g2fd8e4bd645_0_60"/>
          <p:cNvSpPr/>
          <p:nvPr/>
        </p:nvSpPr>
        <p:spPr>
          <a:xfrm>
            <a:off x="243000" y="1620000"/>
            <a:ext cx="8900640" cy="303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94" name="Google Shape;151;g2fd8e4bd645_0_60"/>
          <p:cNvSpPr/>
          <p:nvPr/>
        </p:nvSpPr>
        <p:spPr>
          <a:xfrm>
            <a:off x="6335640" y="114480"/>
            <a:ext cx="2742840" cy="45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999999"/>
                </a:solidFill>
                <a:latin typeface="Comfortaa"/>
                <a:ea typeface="Comfortaa"/>
              </a:rPr>
              <a:t>Scaling Expectations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95" name="Rectangle 1"/>
          <p:cNvSpPr/>
          <p:nvPr/>
        </p:nvSpPr>
        <p:spPr>
          <a:xfrm>
            <a:off x="179280" y="1354680"/>
            <a:ext cx="9462960" cy="39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96" name="Rectangle 5"/>
          <p:cNvSpPr/>
          <p:nvPr/>
        </p:nvSpPr>
        <p:spPr>
          <a:xfrm>
            <a:off x="426240" y="1301760"/>
            <a:ext cx="8534520" cy="302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wrap="none" anchor="ctr">
            <a:spAutoFit/>
          </a:bodyPr>
          <a:p>
            <a:pPr marL="216000" indent="-216000">
              <a:lnSpc>
                <a:spcPct val="115000"/>
              </a:lnSpc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1" lang="en-US" sz="1400" spc="-1" strike="noStrike">
                <a:solidFill>
                  <a:srgbClr val="000000"/>
                </a:solidFill>
                <a:latin typeface="Arial"/>
                <a:ea typeface="Arial"/>
              </a:rPr>
              <a:t>Precautions:</a:t>
            </a:r>
            <a:endParaRPr b="0" lang="en-IN" sz="1400" spc="-1" strike="noStrike">
              <a:latin typeface="Arial"/>
            </a:endParaRPr>
          </a:p>
          <a:p>
            <a:pPr>
              <a:lnSpc>
                <a:spcPct val="115000"/>
              </a:lnSpc>
              <a:buNone/>
              <a:tabLst>
                <a:tab algn="l" pos="0"/>
              </a:tabLst>
            </a:pPr>
            <a:endParaRPr b="0" lang="en-IN" sz="1400" spc="-1" strike="noStrike">
              <a:latin typeface="Arial"/>
            </a:endParaRPr>
          </a:p>
          <a:p>
            <a:pPr lvl="1" marL="432000" indent="-216000">
              <a:lnSpc>
                <a:spcPct val="115000"/>
              </a:lnSpc>
              <a:buClr>
                <a:srgbClr val="000000"/>
              </a:buClr>
              <a:buFont typeface="StarSymbol"/>
              <a:buAutoNum type="arabicParenR"/>
              <a:tabLst>
                <a:tab algn="l" pos="0"/>
              </a:tabLst>
            </a:pPr>
            <a:r>
              <a:rPr b="1" lang="en-US" sz="1400" spc="-1" strike="noStrike">
                <a:solidFill>
                  <a:srgbClr val="000000"/>
                </a:solidFill>
                <a:latin typeface="Arial"/>
                <a:ea typeface="Arial"/>
              </a:rPr>
              <a:t>    </a:t>
            </a:r>
            <a:r>
              <a:rPr b="1" lang="en-US" sz="1400" spc="-1" strike="noStrike">
                <a:solidFill>
                  <a:srgbClr val="000000"/>
                </a:solidFill>
                <a:latin typeface="Arial"/>
                <a:ea typeface="Arial"/>
              </a:rPr>
              <a:t>Regularly audit</a:t>
            </a: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Arial"/>
              </a:rPr>
              <a:t> access logs to track unauthorized access.</a:t>
            </a:r>
            <a:endParaRPr b="0" lang="en-IN" sz="1400" spc="-1" strike="noStrike">
              <a:latin typeface="Arial"/>
            </a:endParaRPr>
          </a:p>
          <a:p>
            <a:pPr lvl="1" marL="432000" indent="-216000">
              <a:lnSpc>
                <a:spcPct val="115000"/>
              </a:lnSpc>
              <a:buClr>
                <a:srgbClr val="000000"/>
              </a:buClr>
              <a:buFont typeface="StarSymbol"/>
              <a:buAutoNum type="arabicParenR"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Arial"/>
              </a:rPr>
              <a:t>    </a:t>
            </a: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Arial"/>
              </a:rPr>
              <a:t>Train employees on </a:t>
            </a:r>
            <a:r>
              <a:rPr b="1" lang="en-US" sz="1400" spc="-1" strike="noStrike">
                <a:solidFill>
                  <a:srgbClr val="000000"/>
                </a:solidFill>
                <a:latin typeface="Arial"/>
                <a:ea typeface="Arial"/>
              </a:rPr>
              <a:t>HIPAA privacy and security policies</a:t>
            </a: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Arial"/>
              </a:rPr>
              <a:t>.</a:t>
            </a:r>
            <a:endParaRPr b="0" lang="en-IN" sz="1400" spc="-1" strike="noStrike">
              <a:latin typeface="Arial"/>
            </a:endParaRPr>
          </a:p>
          <a:p>
            <a:pPr lvl="1" marL="432000" indent="-216000">
              <a:lnSpc>
                <a:spcPct val="115000"/>
              </a:lnSpc>
              <a:buClr>
                <a:srgbClr val="000000"/>
              </a:buClr>
              <a:buFont typeface="StarSymbol"/>
              <a:buAutoNum type="arabicParenR"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Arial"/>
              </a:rPr>
              <a:t>    </a:t>
            </a: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Arial"/>
              </a:rPr>
              <a:t>Implement a </a:t>
            </a:r>
            <a:r>
              <a:rPr b="1" lang="en-US" sz="1400" spc="-1" strike="noStrike">
                <a:solidFill>
                  <a:srgbClr val="000000"/>
                </a:solidFill>
                <a:latin typeface="Arial"/>
                <a:ea typeface="Arial"/>
              </a:rPr>
              <a:t>data breach response plan</a:t>
            </a: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Arial"/>
              </a:rPr>
              <a:t> to quickly contain and report incidents.</a:t>
            </a:r>
            <a:endParaRPr b="0" lang="en-IN" sz="1400" spc="-1" strike="noStrike">
              <a:latin typeface="Arial"/>
            </a:endParaRPr>
          </a:p>
          <a:p>
            <a:pPr lvl="1" marL="432000" indent="-216000">
              <a:lnSpc>
                <a:spcPct val="115000"/>
              </a:lnSpc>
              <a:buClr>
                <a:srgbClr val="000000"/>
              </a:buClr>
              <a:buFont typeface="StarSymbol"/>
              <a:buAutoNum type="arabicParenR"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Arial"/>
              </a:rPr>
              <a:t>    </a:t>
            </a: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Arial"/>
              </a:rPr>
              <a:t>Use </a:t>
            </a:r>
            <a:r>
              <a:rPr b="1" lang="en-US" sz="1400" spc="-1" strike="noStrike">
                <a:solidFill>
                  <a:srgbClr val="000000"/>
                </a:solidFill>
                <a:latin typeface="Arial"/>
                <a:ea typeface="Arial"/>
              </a:rPr>
              <a:t>minimum necessary access</a:t>
            </a: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Arial"/>
              </a:rPr>
              <a:t> principle: Only share ePHI that is absolutely needed for a task.</a:t>
            </a:r>
            <a:endParaRPr b="0" lang="en-IN" sz="1400" spc="-1" strike="noStrike">
              <a:latin typeface="Arial"/>
            </a:endParaRPr>
          </a:p>
          <a:p>
            <a:pPr>
              <a:lnSpc>
                <a:spcPct val="115000"/>
              </a:lnSpc>
              <a:buNone/>
              <a:tabLst>
                <a:tab algn="l" pos="0"/>
              </a:tabLst>
            </a:pPr>
            <a:endParaRPr b="0" lang="en-IN" sz="1400" spc="-1" strike="noStrike">
              <a:latin typeface="Arial"/>
            </a:endParaRPr>
          </a:p>
          <a:p>
            <a:pPr marL="216000" indent="-216000">
              <a:lnSpc>
                <a:spcPct val="115000"/>
              </a:lnSpc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1" lang="en-US" sz="1400" spc="-1" strike="noStrike">
                <a:solidFill>
                  <a:srgbClr val="000000"/>
                </a:solidFill>
                <a:latin typeface="Arial"/>
                <a:ea typeface="Arial"/>
              </a:rPr>
              <a:t>Common Violations to Avoid:</a:t>
            </a:r>
            <a:endParaRPr b="0" lang="en-IN" sz="1400" spc="-1" strike="noStrike">
              <a:latin typeface="Arial"/>
            </a:endParaRPr>
          </a:p>
          <a:p>
            <a:pPr>
              <a:lnSpc>
                <a:spcPct val="115000"/>
              </a:lnSpc>
              <a:buNone/>
              <a:tabLst>
                <a:tab algn="l" pos="0"/>
              </a:tabLst>
            </a:pPr>
            <a:endParaRPr b="0" lang="en-IN" sz="1400" spc="-1" strike="noStrike">
              <a:latin typeface="Arial"/>
            </a:endParaRPr>
          </a:p>
          <a:p>
            <a:pPr lvl="1" marL="432000" indent="-216000">
              <a:lnSpc>
                <a:spcPct val="115000"/>
              </a:lnSpc>
              <a:buClr>
                <a:srgbClr val="000000"/>
              </a:buClr>
              <a:buFont typeface="StarSymbol"/>
              <a:buAutoNum type="arabicParenR"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Arial"/>
              </a:rPr>
              <a:t>    </a:t>
            </a:r>
            <a:r>
              <a:rPr b="1" lang="en-US" sz="1400" spc="-1" strike="noStrike">
                <a:solidFill>
                  <a:srgbClr val="000000"/>
                </a:solidFill>
                <a:latin typeface="Arial"/>
                <a:ea typeface="Arial"/>
              </a:rPr>
              <a:t>Unauthorized access</a:t>
            </a: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Arial"/>
              </a:rPr>
              <a:t> to patient data.</a:t>
            </a:r>
            <a:endParaRPr b="0" lang="en-IN" sz="1400" spc="-1" strike="noStrike">
              <a:latin typeface="Arial"/>
            </a:endParaRPr>
          </a:p>
          <a:p>
            <a:pPr lvl="1" marL="432000" indent="-216000">
              <a:lnSpc>
                <a:spcPct val="115000"/>
              </a:lnSpc>
              <a:buClr>
                <a:srgbClr val="000000"/>
              </a:buClr>
              <a:buFont typeface="StarSymbol"/>
              <a:buAutoNum type="arabicParenR"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Arial"/>
              </a:rPr>
              <a:t>    </a:t>
            </a:r>
            <a:r>
              <a:rPr b="1" lang="en-US" sz="1400" spc="-1" strike="noStrike">
                <a:solidFill>
                  <a:srgbClr val="000000"/>
                </a:solidFill>
                <a:latin typeface="Arial"/>
                <a:ea typeface="Arial"/>
              </a:rPr>
              <a:t>Failure to encrypt</a:t>
            </a: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Arial"/>
              </a:rPr>
              <a:t> sensitive data.</a:t>
            </a:r>
            <a:endParaRPr b="0" lang="en-IN" sz="1400" spc="-1" strike="noStrike">
              <a:latin typeface="Arial"/>
            </a:endParaRPr>
          </a:p>
          <a:p>
            <a:pPr lvl="1" marL="432000" indent="-216000">
              <a:lnSpc>
                <a:spcPct val="115000"/>
              </a:lnSpc>
              <a:buClr>
                <a:srgbClr val="000000"/>
              </a:buClr>
              <a:buFont typeface="StarSymbol"/>
              <a:buAutoNum type="arabicParenR"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Arial"/>
              </a:rPr>
              <a:t>    </a:t>
            </a:r>
            <a:r>
              <a:rPr b="1" lang="en-US" sz="1400" spc="-1" strike="noStrike">
                <a:solidFill>
                  <a:srgbClr val="000000"/>
                </a:solidFill>
                <a:latin typeface="Arial"/>
                <a:ea typeface="Arial"/>
              </a:rPr>
              <a:t>Improper disposal</a:t>
            </a: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Arial"/>
              </a:rPr>
              <a:t> of ePHI (e.g., leaving unencrypted data on an old device).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97" name="PlaceHolder 1"/>
          <p:cNvSpPr>
            <a:spLocks noGrp="1"/>
          </p:cNvSpPr>
          <p:nvPr>
            <p:ph type="title"/>
          </p:nvPr>
        </p:nvSpPr>
        <p:spPr>
          <a:xfrm>
            <a:off x="540000" y="49608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1" lang="en-IN" sz="2200" spc="-1" strike="noStrike">
                <a:solidFill>
                  <a:srgbClr val="ff0000"/>
                </a:solidFill>
                <a:latin typeface="Arial"/>
              </a:rPr>
              <a:t>Prevention of HIPAA Violations</a:t>
            </a:r>
            <a:endParaRPr b="1" lang="en-IN" sz="2200" spc="-1" strike="noStrike">
              <a:solidFill>
                <a:srgbClr val="ff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b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Google Shape;149;g2fd8e4bd645_0_60" descr=""/>
          <p:cNvPicPr/>
          <p:nvPr/>
        </p:nvPicPr>
        <p:blipFill>
          <a:blip r:embed="rId1"/>
          <a:stretch/>
        </p:blipFill>
        <p:spPr>
          <a:xfrm>
            <a:off x="0" y="114480"/>
            <a:ext cx="1794960" cy="537840"/>
          </a:xfrm>
          <a:prstGeom prst="rect">
            <a:avLst/>
          </a:prstGeom>
          <a:ln w="0">
            <a:noFill/>
          </a:ln>
        </p:spPr>
      </p:pic>
      <p:sp>
        <p:nvSpPr>
          <p:cNvPr id="99" name="Google Shape;150;g2fd8e4bd645_0_60"/>
          <p:cNvSpPr/>
          <p:nvPr/>
        </p:nvSpPr>
        <p:spPr>
          <a:xfrm>
            <a:off x="243000" y="471960"/>
            <a:ext cx="8900640" cy="418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00" name="Google Shape;151;g2fd8e4bd645_0_60"/>
          <p:cNvSpPr/>
          <p:nvPr/>
        </p:nvSpPr>
        <p:spPr>
          <a:xfrm>
            <a:off x="6335640" y="114480"/>
            <a:ext cx="2742840" cy="45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999999"/>
                </a:solidFill>
                <a:latin typeface="Comfortaa"/>
                <a:ea typeface="Comfortaa"/>
              </a:rPr>
              <a:t>Scaling Expectations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101" name="Rectangle 1"/>
          <p:cNvSpPr/>
          <p:nvPr/>
        </p:nvSpPr>
        <p:spPr>
          <a:xfrm>
            <a:off x="179280" y="1354680"/>
            <a:ext cx="9462960" cy="39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02" name="Rectangle 5"/>
          <p:cNvSpPr/>
          <p:nvPr/>
        </p:nvSpPr>
        <p:spPr>
          <a:xfrm>
            <a:off x="179280" y="1628280"/>
            <a:ext cx="8679240" cy="204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anchor="ctr">
            <a:spAutoFit/>
          </a:bodyPr>
          <a:p>
            <a:pPr marL="216000" indent="-216000">
              <a:lnSpc>
                <a:spcPct val="115000"/>
              </a:lnSpc>
              <a:buClr>
                <a:srgbClr val="000000"/>
              </a:buClr>
              <a:buFont typeface="Arial"/>
              <a:buChar char="●"/>
              <a:tabLst>
                <a:tab algn="l" pos="408240"/>
              </a:tabLst>
            </a:pPr>
            <a:r>
              <a:rPr b="1" lang="en-IN" sz="1400" spc="-1" strike="noStrike">
                <a:solidFill>
                  <a:srgbClr val="000000"/>
                </a:solidFill>
                <a:latin typeface="Arial"/>
                <a:ea typeface="Arial"/>
              </a:rPr>
              <a:t>Example 1:</a:t>
            </a:r>
            <a:r>
              <a:rPr b="0" lang="en-IN" sz="1400" spc="-1" strike="noStrike">
                <a:solidFill>
                  <a:srgbClr val="000000"/>
                </a:solidFill>
                <a:latin typeface="Arial"/>
                <a:ea typeface="Arial"/>
              </a:rPr>
              <a:t> A healthcare app storing ePHI on unsecured servers.</a:t>
            </a:r>
            <a:endParaRPr b="0" lang="en-IN" sz="1400" spc="-1" strike="noStrike">
              <a:latin typeface="Arial"/>
            </a:endParaRPr>
          </a:p>
          <a:p>
            <a:pPr>
              <a:lnSpc>
                <a:spcPct val="115000"/>
              </a:lnSpc>
              <a:buNone/>
              <a:tabLst>
                <a:tab algn="l" pos="408240"/>
              </a:tabLst>
            </a:pPr>
            <a:endParaRPr b="0" lang="en-IN" sz="1400" spc="-1" strike="noStrike">
              <a:latin typeface="Arial"/>
            </a:endParaRPr>
          </a:p>
          <a:p>
            <a:pPr lvl="1" marL="432000" indent="-216000">
              <a:lnSpc>
                <a:spcPct val="115000"/>
              </a:lnSpc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408240"/>
              </a:tabLst>
            </a:pPr>
            <a:r>
              <a:rPr b="0" lang="en-IN" sz="1400" spc="-1" strike="noStrike">
                <a:solidFill>
                  <a:srgbClr val="000000"/>
                </a:solidFill>
                <a:latin typeface="Arial"/>
                <a:ea typeface="Arial"/>
              </a:rPr>
              <a:t>    </a:t>
            </a:r>
            <a:r>
              <a:rPr b="1" lang="en-IN" sz="1400" spc="-1" strike="noStrike">
                <a:solidFill>
                  <a:srgbClr val="000000"/>
                </a:solidFill>
                <a:latin typeface="Arial"/>
                <a:ea typeface="Arial"/>
              </a:rPr>
              <a:t>Solution:</a:t>
            </a:r>
            <a:r>
              <a:rPr b="0" lang="en-IN" sz="1400" spc="-1" strike="noStrike">
                <a:solidFill>
                  <a:srgbClr val="000000"/>
                </a:solidFill>
                <a:latin typeface="Arial"/>
                <a:ea typeface="Arial"/>
              </a:rPr>
              <a:t> Ensure </a:t>
            </a:r>
            <a:r>
              <a:rPr b="1" lang="en-IN" sz="1400" spc="-1" strike="noStrike">
                <a:solidFill>
                  <a:srgbClr val="000000"/>
                </a:solidFill>
                <a:latin typeface="Arial"/>
                <a:ea typeface="Arial"/>
              </a:rPr>
              <a:t>encryption</a:t>
            </a:r>
            <a:r>
              <a:rPr b="0" lang="en-IN" sz="1400" spc="-1" strike="noStrike">
                <a:solidFill>
                  <a:srgbClr val="000000"/>
                </a:solidFill>
                <a:latin typeface="Arial"/>
                <a:ea typeface="Arial"/>
              </a:rPr>
              <a:t> and </a:t>
            </a:r>
            <a:r>
              <a:rPr b="1" lang="en-IN" sz="1400" spc="-1" strike="noStrike">
                <a:solidFill>
                  <a:srgbClr val="000000"/>
                </a:solidFill>
                <a:latin typeface="Arial"/>
                <a:ea typeface="Arial"/>
              </a:rPr>
              <a:t>backup</a:t>
            </a:r>
            <a:r>
              <a:rPr b="0" lang="en-IN" sz="1400" spc="-1" strike="noStrike">
                <a:solidFill>
                  <a:srgbClr val="000000"/>
                </a:solidFill>
                <a:latin typeface="Arial"/>
                <a:ea typeface="Arial"/>
              </a:rPr>
              <a:t> measures.</a:t>
            </a:r>
            <a:endParaRPr b="0" lang="en-IN" sz="1400" spc="-1" strike="noStrike">
              <a:latin typeface="Arial"/>
            </a:endParaRPr>
          </a:p>
          <a:p>
            <a:pPr>
              <a:lnSpc>
                <a:spcPct val="115000"/>
              </a:lnSpc>
              <a:buNone/>
              <a:tabLst>
                <a:tab algn="l" pos="408240"/>
              </a:tabLst>
            </a:pPr>
            <a:endParaRPr b="0" lang="en-IN" sz="1400" spc="-1" strike="noStrike">
              <a:latin typeface="Arial"/>
            </a:endParaRPr>
          </a:p>
          <a:p>
            <a:pPr marL="216000" indent="-216000">
              <a:lnSpc>
                <a:spcPct val="115000"/>
              </a:lnSpc>
              <a:buClr>
                <a:srgbClr val="000000"/>
              </a:buClr>
              <a:buFont typeface="Arial"/>
              <a:buChar char="●"/>
              <a:tabLst>
                <a:tab algn="l" pos="408240"/>
              </a:tabLst>
            </a:pPr>
            <a:r>
              <a:rPr b="1" lang="en-IN" sz="1400" spc="-1" strike="noStrike">
                <a:solidFill>
                  <a:srgbClr val="000000"/>
                </a:solidFill>
                <a:latin typeface="Arial"/>
                <a:ea typeface="Arial"/>
              </a:rPr>
              <a:t>Example 2:</a:t>
            </a:r>
            <a:r>
              <a:rPr b="0" lang="en-IN" sz="1400" spc="-1" strike="noStrike">
                <a:solidFill>
                  <a:srgbClr val="000000"/>
                </a:solidFill>
                <a:latin typeface="Arial"/>
                <a:ea typeface="Arial"/>
              </a:rPr>
              <a:t> Inadequate access control for healthcare workers.</a:t>
            </a:r>
            <a:endParaRPr b="0" lang="en-IN" sz="1400" spc="-1" strike="noStrike">
              <a:latin typeface="Arial"/>
            </a:endParaRPr>
          </a:p>
          <a:p>
            <a:pPr>
              <a:lnSpc>
                <a:spcPct val="115000"/>
              </a:lnSpc>
              <a:buNone/>
              <a:tabLst>
                <a:tab algn="l" pos="408240"/>
              </a:tabLst>
            </a:pPr>
            <a:endParaRPr b="0" lang="en-IN" sz="1400" spc="-1" strike="noStrike">
              <a:latin typeface="Arial"/>
            </a:endParaRPr>
          </a:p>
          <a:p>
            <a:pPr lvl="1" marL="432000" indent="-216000">
              <a:lnSpc>
                <a:spcPct val="115000"/>
              </a:lnSpc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408240"/>
              </a:tabLst>
            </a:pPr>
            <a:r>
              <a:rPr b="0" lang="en-IN" sz="1400" spc="-1" strike="noStrike">
                <a:solidFill>
                  <a:srgbClr val="000000"/>
                </a:solidFill>
                <a:latin typeface="Arial"/>
                <a:ea typeface="Arial"/>
              </a:rPr>
              <a:t>    </a:t>
            </a:r>
            <a:r>
              <a:rPr b="1" lang="en-IN" sz="1400" spc="-1" strike="noStrike">
                <a:solidFill>
                  <a:srgbClr val="000000"/>
                </a:solidFill>
                <a:latin typeface="Arial"/>
                <a:ea typeface="Arial"/>
              </a:rPr>
              <a:t>Solution:</a:t>
            </a:r>
            <a:r>
              <a:rPr b="0" lang="en-IN" sz="1400" spc="-1" strike="noStrike">
                <a:solidFill>
                  <a:srgbClr val="000000"/>
                </a:solidFill>
                <a:latin typeface="Arial"/>
                <a:ea typeface="Arial"/>
              </a:rPr>
              <a:t> Implement </a:t>
            </a:r>
            <a:r>
              <a:rPr b="1" lang="en-IN" sz="1400" spc="-1" strike="noStrike">
                <a:solidFill>
                  <a:srgbClr val="000000"/>
                </a:solidFill>
                <a:latin typeface="Arial"/>
                <a:ea typeface="Arial"/>
              </a:rPr>
              <a:t>role-based access control (RBAC)</a:t>
            </a:r>
            <a:r>
              <a:rPr b="0" lang="en-IN" sz="1400" spc="-1" strike="noStrike">
                <a:solidFill>
                  <a:srgbClr val="000000"/>
                </a:solidFill>
                <a:latin typeface="Arial"/>
                <a:ea typeface="Arial"/>
              </a:rPr>
              <a:t> and ensure </a:t>
            </a:r>
            <a:r>
              <a:rPr b="1" lang="en-IN" sz="1400" spc="-1" strike="noStrike">
                <a:solidFill>
                  <a:srgbClr val="000000"/>
                </a:solidFill>
                <a:latin typeface="Arial"/>
                <a:ea typeface="Arial"/>
              </a:rPr>
              <a:t>user authentication</a:t>
            </a:r>
            <a:r>
              <a:rPr b="0" lang="en-IN" sz="1400" spc="-1" strike="noStrike">
                <a:solidFill>
                  <a:srgbClr val="000000"/>
                </a:solidFill>
                <a:latin typeface="Arial"/>
                <a:ea typeface="Arial"/>
              </a:rPr>
              <a:t> is always required.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103" name="PlaceHolder 1"/>
          <p:cNvSpPr>
            <a:spLocks noGrp="1"/>
          </p:cNvSpPr>
          <p:nvPr>
            <p:ph type="title"/>
          </p:nvPr>
        </p:nvSpPr>
        <p:spPr>
          <a:xfrm>
            <a:off x="457200" y="57276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1" lang="en-IN" sz="2200" spc="-1" strike="noStrike">
                <a:solidFill>
                  <a:srgbClr val="ff0000"/>
                </a:solidFill>
                <a:latin typeface="Arial"/>
              </a:rPr>
              <a:t>Common HIPAA Violations in Medical Software</a:t>
            </a:r>
            <a:endParaRPr b="1" lang="en-IN" sz="2200" spc="-1" strike="noStrike">
              <a:solidFill>
                <a:srgbClr val="ff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b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" name="Google Shape;149;g2fd8e4bd645_0_60" descr=""/>
          <p:cNvPicPr/>
          <p:nvPr/>
        </p:nvPicPr>
        <p:blipFill>
          <a:blip r:embed="rId1"/>
          <a:stretch/>
        </p:blipFill>
        <p:spPr>
          <a:xfrm>
            <a:off x="0" y="114480"/>
            <a:ext cx="1794960" cy="537840"/>
          </a:xfrm>
          <a:prstGeom prst="rect">
            <a:avLst/>
          </a:prstGeom>
          <a:ln w="0">
            <a:noFill/>
          </a:ln>
        </p:spPr>
      </p:pic>
      <p:sp>
        <p:nvSpPr>
          <p:cNvPr id="105" name="Google Shape;150;g2fd8e4bd645_0_60"/>
          <p:cNvSpPr/>
          <p:nvPr/>
        </p:nvSpPr>
        <p:spPr>
          <a:xfrm>
            <a:off x="243000" y="471960"/>
            <a:ext cx="8900640" cy="418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06" name="Google Shape;151;g2fd8e4bd645_0_60"/>
          <p:cNvSpPr/>
          <p:nvPr/>
        </p:nvSpPr>
        <p:spPr>
          <a:xfrm>
            <a:off x="6335640" y="114480"/>
            <a:ext cx="2742840" cy="45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999999"/>
                </a:solidFill>
                <a:latin typeface="Comfortaa"/>
                <a:ea typeface="Comfortaa"/>
              </a:rPr>
              <a:t>Scaling Expectations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107" name="Rectangle 1"/>
          <p:cNvSpPr/>
          <p:nvPr/>
        </p:nvSpPr>
        <p:spPr>
          <a:xfrm>
            <a:off x="703800" y="1851480"/>
            <a:ext cx="7329600" cy="2279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wrap="none" anchor="ctr">
            <a:spAutoFit/>
          </a:bodyPr>
          <a:p>
            <a:pPr marL="216000" indent="-216000">
              <a:lnSpc>
                <a:spcPct val="115000"/>
              </a:lnSpc>
              <a:spcBef>
                <a:spcPts val="1134"/>
              </a:spcBef>
              <a:buClr>
                <a:srgbClr val="000000"/>
              </a:buClr>
              <a:buFont typeface="StarSymbol"/>
              <a:buAutoNum type="arabicParenR"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Arial"/>
              </a:rPr>
              <a:t>    </a:t>
            </a:r>
            <a:r>
              <a:rPr b="1" lang="en-US" sz="1400" spc="-1" strike="noStrike">
                <a:solidFill>
                  <a:srgbClr val="000000"/>
                </a:solidFill>
                <a:latin typeface="Arial"/>
                <a:ea typeface="Arial"/>
              </a:rPr>
              <a:t>Data Encryption:</a:t>
            </a: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Arial"/>
              </a:rPr>
              <a:t> Encrypt ePHI at rest and during transmission.</a:t>
            </a:r>
            <a:endParaRPr b="0" lang="en-IN" sz="1400" spc="-1" strike="noStrike">
              <a:latin typeface="Arial"/>
            </a:endParaRPr>
          </a:p>
          <a:p>
            <a:pPr marL="216000" indent="-216000">
              <a:lnSpc>
                <a:spcPct val="115000"/>
              </a:lnSpc>
              <a:spcBef>
                <a:spcPts val="1134"/>
              </a:spcBef>
              <a:buClr>
                <a:srgbClr val="000000"/>
              </a:buClr>
              <a:buFont typeface="StarSymbol"/>
              <a:buAutoNum type="arabicParenR"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Arial"/>
              </a:rPr>
              <a:t>    </a:t>
            </a:r>
            <a:r>
              <a:rPr b="1" lang="en-US" sz="1400" spc="-1" strike="noStrike">
                <a:solidFill>
                  <a:srgbClr val="000000"/>
                </a:solidFill>
                <a:latin typeface="Arial"/>
                <a:ea typeface="Arial"/>
              </a:rPr>
              <a:t>Access Control:</a:t>
            </a: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Arial"/>
              </a:rPr>
              <a:t> Use multi-factor authentication and role-based access.</a:t>
            </a:r>
            <a:endParaRPr b="0" lang="en-IN" sz="1400" spc="-1" strike="noStrike">
              <a:latin typeface="Arial"/>
            </a:endParaRPr>
          </a:p>
          <a:p>
            <a:pPr marL="216000" indent="-216000">
              <a:lnSpc>
                <a:spcPct val="115000"/>
              </a:lnSpc>
              <a:spcBef>
                <a:spcPts val="1134"/>
              </a:spcBef>
              <a:buClr>
                <a:srgbClr val="000000"/>
              </a:buClr>
              <a:buFont typeface="StarSymbol"/>
              <a:buAutoNum type="arabicParenR"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Arial"/>
              </a:rPr>
              <a:t>    </a:t>
            </a:r>
            <a:r>
              <a:rPr b="1" lang="en-US" sz="1400" spc="-1" strike="noStrike">
                <a:solidFill>
                  <a:srgbClr val="000000"/>
                </a:solidFill>
                <a:latin typeface="Arial"/>
                <a:ea typeface="Arial"/>
              </a:rPr>
              <a:t>Business Associate Agreements (BAA):</a:t>
            </a: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Arial"/>
              </a:rPr>
              <a:t> Ensure all third-party vendors sign a BAA.</a:t>
            </a:r>
            <a:endParaRPr b="0" lang="en-IN" sz="1400" spc="-1" strike="noStrike">
              <a:latin typeface="Arial"/>
            </a:endParaRPr>
          </a:p>
          <a:p>
            <a:pPr marL="216000" indent="-216000">
              <a:lnSpc>
                <a:spcPct val="115000"/>
              </a:lnSpc>
              <a:spcBef>
                <a:spcPts val="1134"/>
              </a:spcBef>
              <a:buClr>
                <a:srgbClr val="000000"/>
              </a:buClr>
              <a:buFont typeface="StarSymbol"/>
              <a:buAutoNum type="arabicParenR"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Arial"/>
              </a:rPr>
              <a:t>    </a:t>
            </a:r>
            <a:r>
              <a:rPr b="1" lang="en-US" sz="1400" spc="-1" strike="noStrike">
                <a:solidFill>
                  <a:srgbClr val="000000"/>
                </a:solidFill>
                <a:latin typeface="Arial"/>
                <a:ea typeface="Arial"/>
              </a:rPr>
              <a:t>Regular Audits:</a:t>
            </a: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Arial"/>
              </a:rPr>
              <a:t> Monitor access logs and conduct security assessments.</a:t>
            </a:r>
            <a:endParaRPr b="0" lang="en-IN" sz="1400" spc="-1" strike="noStrike">
              <a:latin typeface="Arial"/>
            </a:endParaRPr>
          </a:p>
          <a:p>
            <a:pPr marL="216000" indent="-216000">
              <a:lnSpc>
                <a:spcPct val="115000"/>
              </a:lnSpc>
              <a:spcBef>
                <a:spcPts val="1134"/>
              </a:spcBef>
              <a:buClr>
                <a:srgbClr val="000000"/>
              </a:buClr>
              <a:buFont typeface="StarSymbol"/>
              <a:buAutoNum type="arabicParenR"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Arial"/>
              </a:rPr>
              <a:t>    </a:t>
            </a:r>
            <a:r>
              <a:rPr b="1" lang="en-US" sz="1400" spc="-1" strike="noStrike">
                <a:solidFill>
                  <a:srgbClr val="000000"/>
                </a:solidFill>
                <a:latin typeface="Arial"/>
                <a:ea typeface="Arial"/>
              </a:rPr>
              <a:t>Staff Training:</a:t>
            </a: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Arial"/>
              </a:rPr>
              <a:t> Train employees on HIPAA regulations and security practices.</a:t>
            </a:r>
            <a:endParaRPr b="0" lang="en-IN" sz="1400" spc="-1" strike="noStrike">
              <a:latin typeface="Arial"/>
            </a:endParaRPr>
          </a:p>
          <a:p>
            <a:pPr marL="216000" indent="-216000">
              <a:lnSpc>
                <a:spcPct val="115000"/>
              </a:lnSpc>
              <a:spcBef>
                <a:spcPts val="1134"/>
              </a:spcBef>
              <a:buClr>
                <a:srgbClr val="000000"/>
              </a:buClr>
              <a:buFont typeface="StarSymbol"/>
              <a:buAutoNum type="arabicParenR"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Arial"/>
              </a:rPr>
              <a:t>    </a:t>
            </a:r>
            <a:r>
              <a:rPr b="1" lang="en-US" sz="1400" spc="-1" strike="noStrike">
                <a:solidFill>
                  <a:srgbClr val="000000"/>
                </a:solidFill>
                <a:latin typeface="Arial"/>
                <a:ea typeface="Arial"/>
              </a:rPr>
              <a:t>Data Backup:</a:t>
            </a: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Arial"/>
              </a:rPr>
              <a:t> Implement disaster recovery strategies.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108" name="PlaceHolder 1"/>
          <p:cNvSpPr>
            <a:spLocks noGrp="1"/>
          </p:cNvSpPr>
          <p:nvPr>
            <p:ph type="title"/>
          </p:nvPr>
        </p:nvSpPr>
        <p:spPr>
          <a:xfrm>
            <a:off x="360000" y="5814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1" lang="en-IN" sz="2200" spc="-1" strike="noStrike">
                <a:solidFill>
                  <a:srgbClr val="ff0000"/>
                </a:solidFill>
                <a:latin typeface="Arial"/>
              </a:rPr>
              <a:t> </a:t>
            </a:r>
            <a:r>
              <a:rPr b="1" lang="en-IN" sz="2200" spc="-1" strike="noStrike">
                <a:solidFill>
                  <a:srgbClr val="ff0000"/>
                </a:solidFill>
                <a:latin typeface="Arial"/>
              </a:rPr>
              <a:t>HIPAA Compliance Checklist</a:t>
            </a:r>
            <a:endParaRPr b="1" lang="en-IN" sz="2200" spc="-1" strike="noStrike">
              <a:solidFill>
                <a:srgbClr val="ff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b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9" name="Google Shape;149;g2fd8e4bd645_0_60" descr=""/>
          <p:cNvPicPr/>
          <p:nvPr/>
        </p:nvPicPr>
        <p:blipFill>
          <a:blip r:embed="rId1"/>
          <a:stretch/>
        </p:blipFill>
        <p:spPr>
          <a:xfrm>
            <a:off x="0" y="114480"/>
            <a:ext cx="1794960" cy="537840"/>
          </a:xfrm>
          <a:prstGeom prst="rect">
            <a:avLst/>
          </a:prstGeom>
          <a:ln w="0">
            <a:noFill/>
          </a:ln>
        </p:spPr>
      </p:pic>
      <p:sp>
        <p:nvSpPr>
          <p:cNvPr id="110" name="Google Shape;150;g2fd8e4bd645_0_60"/>
          <p:cNvSpPr/>
          <p:nvPr/>
        </p:nvSpPr>
        <p:spPr>
          <a:xfrm>
            <a:off x="243000" y="471960"/>
            <a:ext cx="8900640" cy="418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11" name="Google Shape;151;g2fd8e4bd645_0_60"/>
          <p:cNvSpPr/>
          <p:nvPr/>
        </p:nvSpPr>
        <p:spPr>
          <a:xfrm>
            <a:off x="6335640" y="114480"/>
            <a:ext cx="2742840" cy="45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999999"/>
                </a:solidFill>
                <a:latin typeface="Comfortaa"/>
                <a:ea typeface="Comfortaa"/>
              </a:rPr>
              <a:t>Scaling Expectations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112" name="Rectangle 1"/>
          <p:cNvSpPr/>
          <p:nvPr/>
        </p:nvSpPr>
        <p:spPr>
          <a:xfrm>
            <a:off x="179280" y="1354680"/>
            <a:ext cx="9462960" cy="39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13" name="Rectangle 1"/>
          <p:cNvSpPr/>
          <p:nvPr/>
        </p:nvSpPr>
        <p:spPr>
          <a:xfrm>
            <a:off x="623520" y="1470960"/>
            <a:ext cx="7855200" cy="2783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anchor="ctr">
            <a:spAutoFit/>
          </a:bodyPr>
          <a:p>
            <a:pPr marL="216000" indent="-216000">
              <a:lnSpc>
                <a:spcPct val="115000"/>
              </a:lnSpc>
              <a:buClr>
                <a:srgbClr val="000000"/>
              </a:buClr>
              <a:buFont typeface="Arial"/>
              <a:buChar char="●"/>
              <a:tabLst>
                <a:tab algn="l" pos="408240"/>
              </a:tabLst>
            </a:pPr>
            <a:r>
              <a:rPr b="1" lang="en-IN" sz="1400" spc="-1" strike="noStrike">
                <a:solidFill>
                  <a:srgbClr val="000000"/>
                </a:solidFill>
                <a:latin typeface="Arial"/>
                <a:ea typeface="Arial"/>
              </a:rPr>
              <a:t>Key Takeaways:</a:t>
            </a:r>
            <a:endParaRPr b="0" lang="en-IN" sz="1400" spc="-1" strike="noStrike">
              <a:latin typeface="Arial"/>
            </a:endParaRPr>
          </a:p>
          <a:p>
            <a:pPr>
              <a:lnSpc>
                <a:spcPct val="115000"/>
              </a:lnSpc>
              <a:buNone/>
              <a:tabLst>
                <a:tab algn="l" pos="408240"/>
              </a:tabLst>
            </a:pPr>
            <a:endParaRPr b="0" lang="en-IN" sz="1400" spc="-1" strike="noStrike">
              <a:latin typeface="Arial"/>
            </a:endParaRPr>
          </a:p>
          <a:p>
            <a:pPr lvl="1" marL="432000" indent="-216000">
              <a:lnSpc>
                <a:spcPct val="115000"/>
              </a:lnSpc>
              <a:buClr>
                <a:srgbClr val="000000"/>
              </a:buClr>
              <a:buFont typeface="StarSymbol"/>
              <a:buAutoNum type="arabicParenR"/>
              <a:tabLst>
                <a:tab algn="l" pos="408240"/>
              </a:tabLst>
            </a:pPr>
            <a:r>
              <a:rPr b="0" lang="en-IN" sz="1400" spc="-1" strike="noStrike">
                <a:solidFill>
                  <a:srgbClr val="000000"/>
                </a:solidFill>
                <a:latin typeface="Arial"/>
                <a:ea typeface="Arial"/>
              </a:rPr>
              <a:t>    </a:t>
            </a:r>
            <a:r>
              <a:rPr b="0" lang="en-IN" sz="1400" spc="-1" strike="noStrike">
                <a:solidFill>
                  <a:srgbClr val="000000"/>
                </a:solidFill>
                <a:latin typeface="Arial"/>
                <a:ea typeface="Arial"/>
              </a:rPr>
              <a:t>HIPAA compliance is crucial for protecting patient data in medical software.</a:t>
            </a:r>
            <a:endParaRPr b="0" lang="en-IN" sz="1400" spc="-1" strike="noStrike">
              <a:latin typeface="Arial"/>
            </a:endParaRPr>
          </a:p>
          <a:p>
            <a:pPr lvl="1" marL="432000" indent="-216000">
              <a:lnSpc>
                <a:spcPct val="115000"/>
              </a:lnSpc>
              <a:buClr>
                <a:srgbClr val="000000"/>
              </a:buClr>
              <a:buFont typeface="StarSymbol"/>
              <a:buAutoNum type="arabicParenR"/>
              <a:tabLst>
                <a:tab algn="l" pos="408240"/>
              </a:tabLst>
            </a:pPr>
            <a:r>
              <a:rPr b="0" lang="en-IN" sz="1400" spc="-1" strike="noStrike">
                <a:solidFill>
                  <a:srgbClr val="000000"/>
                </a:solidFill>
                <a:latin typeface="Arial"/>
                <a:ea typeface="Arial"/>
              </a:rPr>
              <a:t>    </a:t>
            </a:r>
            <a:r>
              <a:rPr b="0" lang="en-IN" sz="1400" spc="-1" strike="noStrike">
                <a:solidFill>
                  <a:srgbClr val="000000"/>
                </a:solidFill>
                <a:latin typeface="Arial"/>
                <a:ea typeface="Arial"/>
              </a:rPr>
              <a:t>Implementing strong technical, physical, and administrative safeguards can help ensure compliance.</a:t>
            </a:r>
            <a:endParaRPr b="0" lang="en-IN" sz="1400" spc="-1" strike="noStrike">
              <a:latin typeface="Arial"/>
            </a:endParaRPr>
          </a:p>
          <a:p>
            <a:pPr lvl="1" marL="432000" indent="-216000">
              <a:lnSpc>
                <a:spcPct val="115000"/>
              </a:lnSpc>
              <a:buClr>
                <a:srgbClr val="000000"/>
              </a:buClr>
              <a:buFont typeface="StarSymbol"/>
              <a:buAutoNum type="arabicParenR"/>
              <a:tabLst>
                <a:tab algn="l" pos="408240"/>
              </a:tabLst>
            </a:pPr>
            <a:r>
              <a:rPr b="0" lang="en-IN" sz="1400" spc="-1" strike="noStrike">
                <a:solidFill>
                  <a:srgbClr val="000000"/>
                </a:solidFill>
                <a:latin typeface="Arial"/>
                <a:ea typeface="Arial"/>
              </a:rPr>
              <a:t>    </a:t>
            </a:r>
            <a:r>
              <a:rPr b="0" lang="en-IN" sz="1400" spc="-1" strike="noStrike">
                <a:solidFill>
                  <a:srgbClr val="000000"/>
                </a:solidFill>
                <a:latin typeface="Arial"/>
                <a:ea typeface="Arial"/>
              </a:rPr>
              <a:t>Regular audits, encryption, and training are essential for preventing violations.</a:t>
            </a:r>
            <a:endParaRPr b="0" lang="en-IN" sz="1400" spc="-1" strike="noStrike">
              <a:latin typeface="Arial"/>
            </a:endParaRPr>
          </a:p>
          <a:p>
            <a:pPr>
              <a:lnSpc>
                <a:spcPct val="115000"/>
              </a:lnSpc>
              <a:buNone/>
              <a:tabLst>
                <a:tab algn="l" pos="408240"/>
              </a:tabLst>
            </a:pPr>
            <a:endParaRPr b="0" lang="en-IN" sz="1400" spc="-1" strike="noStrike">
              <a:latin typeface="Arial"/>
            </a:endParaRPr>
          </a:p>
          <a:p>
            <a:pPr marL="216000" indent="-216000">
              <a:lnSpc>
                <a:spcPct val="115000"/>
              </a:lnSpc>
              <a:buClr>
                <a:srgbClr val="000000"/>
              </a:buClr>
              <a:buFont typeface="Arial"/>
              <a:buChar char="●"/>
              <a:tabLst>
                <a:tab algn="l" pos="408240"/>
              </a:tabLst>
            </a:pPr>
            <a:r>
              <a:rPr b="1" lang="en-IN" sz="1400" spc="-1" strike="noStrike">
                <a:solidFill>
                  <a:srgbClr val="000000"/>
                </a:solidFill>
                <a:latin typeface="Arial"/>
                <a:ea typeface="Arial"/>
              </a:rPr>
              <a:t>Next Steps:</a:t>
            </a:r>
            <a:endParaRPr b="0" lang="en-IN" sz="1400" spc="-1" strike="noStrike">
              <a:latin typeface="Arial"/>
            </a:endParaRPr>
          </a:p>
          <a:p>
            <a:pPr>
              <a:lnSpc>
                <a:spcPct val="115000"/>
              </a:lnSpc>
              <a:buNone/>
              <a:tabLst>
                <a:tab algn="l" pos="408240"/>
              </a:tabLst>
            </a:pPr>
            <a:endParaRPr b="0" lang="en-IN" sz="1400" spc="-1" strike="noStrike">
              <a:latin typeface="Arial"/>
            </a:endParaRPr>
          </a:p>
          <a:p>
            <a:pPr lvl="1" marL="432000" indent="-216000">
              <a:lnSpc>
                <a:spcPct val="115000"/>
              </a:lnSpc>
              <a:buClr>
                <a:srgbClr val="000000"/>
              </a:buClr>
              <a:buFont typeface="StarSymbol"/>
              <a:buAutoNum type="arabicParenR"/>
              <a:tabLst>
                <a:tab algn="l" pos="408240"/>
              </a:tabLst>
            </a:pPr>
            <a:r>
              <a:rPr b="0" lang="en-IN" sz="1400" spc="-1" strike="noStrike">
                <a:solidFill>
                  <a:srgbClr val="000000"/>
                </a:solidFill>
                <a:latin typeface="Arial"/>
                <a:ea typeface="Arial"/>
              </a:rPr>
              <a:t>    </a:t>
            </a:r>
            <a:r>
              <a:rPr b="0" lang="en-IN" sz="1400" spc="-1" strike="noStrike">
                <a:solidFill>
                  <a:srgbClr val="000000"/>
                </a:solidFill>
                <a:latin typeface="Arial"/>
                <a:ea typeface="Arial"/>
              </a:rPr>
              <a:t>Conduct a thorough </a:t>
            </a:r>
            <a:r>
              <a:rPr b="1" lang="en-IN" sz="1400" spc="-1" strike="noStrike">
                <a:solidFill>
                  <a:srgbClr val="000000"/>
                </a:solidFill>
                <a:latin typeface="Arial"/>
                <a:ea typeface="Arial"/>
              </a:rPr>
              <a:t>risk analysis</a:t>
            </a:r>
            <a:r>
              <a:rPr b="0" lang="en-IN" sz="1400" spc="-1" strike="noStrike">
                <a:solidFill>
                  <a:srgbClr val="000000"/>
                </a:solidFill>
                <a:latin typeface="Arial"/>
                <a:ea typeface="Arial"/>
              </a:rPr>
              <a:t> of your medical software for HIPAA compliance.</a:t>
            </a:r>
            <a:endParaRPr b="0" lang="en-IN" sz="1400" spc="-1" strike="noStrike">
              <a:latin typeface="Arial"/>
            </a:endParaRPr>
          </a:p>
          <a:p>
            <a:pPr lvl="1" marL="432000" indent="-216000">
              <a:lnSpc>
                <a:spcPct val="115000"/>
              </a:lnSpc>
              <a:buClr>
                <a:srgbClr val="000000"/>
              </a:buClr>
              <a:buFont typeface="StarSymbol"/>
              <a:buAutoNum type="arabicParenR"/>
              <a:tabLst>
                <a:tab algn="l" pos="408240"/>
              </a:tabLst>
            </a:pPr>
            <a:r>
              <a:rPr b="0" lang="en-IN" sz="1400" spc="-1" strike="noStrike">
                <a:solidFill>
                  <a:srgbClr val="000000"/>
                </a:solidFill>
                <a:latin typeface="Arial"/>
                <a:ea typeface="Arial"/>
              </a:rPr>
              <a:t>    </a:t>
            </a:r>
            <a:r>
              <a:rPr b="0" lang="en-IN" sz="1400" spc="-1" strike="noStrike">
                <a:solidFill>
                  <a:srgbClr val="000000"/>
                </a:solidFill>
                <a:latin typeface="Arial"/>
                <a:ea typeface="Arial"/>
              </a:rPr>
              <a:t>Ensure your </a:t>
            </a:r>
            <a:r>
              <a:rPr b="1" lang="en-IN" sz="1400" spc="-1" strike="noStrike">
                <a:solidFill>
                  <a:srgbClr val="000000"/>
                </a:solidFill>
                <a:latin typeface="Arial"/>
                <a:ea typeface="Arial"/>
              </a:rPr>
              <a:t>vendor relationships</a:t>
            </a:r>
            <a:r>
              <a:rPr b="0" lang="en-IN" sz="1400" spc="-1" strike="noStrike">
                <a:solidFill>
                  <a:srgbClr val="000000"/>
                </a:solidFill>
                <a:latin typeface="Arial"/>
                <a:ea typeface="Arial"/>
              </a:rPr>
              <a:t> are governed by a solid </a:t>
            </a:r>
            <a:r>
              <a:rPr b="1" lang="en-IN" sz="1400" spc="-1" strike="noStrike">
                <a:solidFill>
                  <a:srgbClr val="000000"/>
                </a:solidFill>
                <a:latin typeface="Arial"/>
                <a:ea typeface="Arial"/>
              </a:rPr>
              <a:t>BAA</a:t>
            </a:r>
            <a:r>
              <a:rPr b="0" lang="en-IN" sz="1400" spc="-1" strike="noStrike">
                <a:solidFill>
                  <a:srgbClr val="000000"/>
                </a:solidFill>
                <a:latin typeface="Arial"/>
                <a:ea typeface="Arial"/>
              </a:rPr>
              <a:t>.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114" name="PlaceHolder 1"/>
          <p:cNvSpPr>
            <a:spLocks noGrp="1"/>
          </p:cNvSpPr>
          <p:nvPr>
            <p:ph type="title"/>
          </p:nvPr>
        </p:nvSpPr>
        <p:spPr>
          <a:xfrm>
            <a:off x="540000" y="65232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1" lang="en-IN" sz="2200" spc="-1" strike="noStrike">
                <a:solidFill>
                  <a:srgbClr val="ff0000"/>
                </a:solidFill>
                <a:latin typeface="Arial"/>
              </a:rPr>
              <a:t>Conclusion</a:t>
            </a:r>
            <a:endParaRPr b="1" lang="en-IN" sz="2200" spc="-1" strike="noStrike">
              <a:solidFill>
                <a:srgbClr val="ff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cc99"/>
      </a:accent4>
      <a:accent5>
        <a:srgbClr val="3333cc"/>
      </a:accent5>
      <a:accent6>
        <a:srgbClr val="ffffff"/>
      </a:accent6>
      <a:hlink>
        <a:srgbClr val="ccccff"/>
      </a:hlink>
      <a:folHlink>
        <a:srgbClr val="b2b2b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cc99"/>
      </a:accent4>
      <a:accent5>
        <a:srgbClr val="3333cc"/>
      </a:accent5>
      <a:accent6>
        <a:srgbClr val="ffffff"/>
      </a:accent6>
      <a:hlink>
        <a:srgbClr val="ccccff"/>
      </a:hlink>
      <a:folHlink>
        <a:srgbClr val="b2b2b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228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Sukhdev Singh</dc:creator>
  <dc:description/>
  <dc:language>en-IN</dc:language>
  <cp:lastModifiedBy/>
  <dcterms:modified xsi:type="dcterms:W3CDTF">2024-11-22T02:18:18Z</dcterms:modified>
  <cp:revision>14</cp:revision>
  <dc:subject/>
  <dc:title>PowerPoint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16</vt:i4>
  </property>
  <property fmtid="{D5CDD505-2E9C-101B-9397-08002B2CF9AE}" pid="3" name="PresentationFormat">
    <vt:lpwstr>Custom</vt:lpwstr>
  </property>
  <property fmtid="{D5CDD505-2E9C-101B-9397-08002B2CF9AE}" pid="4" name="Slides">
    <vt:i4>16</vt:i4>
  </property>
</Properties>
</file>